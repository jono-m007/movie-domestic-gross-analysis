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92" autoAdjust="0"/>
  </p:normalViewPr>
  <p:slideViewPr>
    <p:cSldViewPr snapToGrid="0">
      <p:cViewPr varScale="1">
        <p:scale>
          <a:sx n="69" d="100"/>
          <a:sy n="69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-4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DB13C1-E036-46D1-BE34-0968715DB61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A0EF6D0-2BD7-47B4-93CA-D41E3E00FB66}">
      <dgm:prSet/>
      <dgm:spPr/>
      <dgm:t>
        <a:bodyPr/>
        <a:lstStyle/>
        <a:p>
          <a:r>
            <a:rPr lang="en-US" dirty="0"/>
            <a:t>The analysis highlights the distribution of movie domestic grosses, showing the financial success of films in their respective regions.</a:t>
          </a:r>
        </a:p>
      </dgm:t>
    </dgm:pt>
    <dgm:pt modelId="{794BA91D-A426-4978-BD16-E477E14721FB}" type="parTrans" cxnId="{532A7BD5-D4C3-450D-A3DB-2B468A1A5FE9}">
      <dgm:prSet/>
      <dgm:spPr/>
      <dgm:t>
        <a:bodyPr/>
        <a:lstStyle/>
        <a:p>
          <a:endParaRPr lang="en-US"/>
        </a:p>
      </dgm:t>
    </dgm:pt>
    <dgm:pt modelId="{0DF106F0-2FD9-4953-8B3F-0C0E3CD391B2}" type="sibTrans" cxnId="{532A7BD5-D4C3-450D-A3DB-2B468A1A5FE9}">
      <dgm:prSet/>
      <dgm:spPr/>
      <dgm:t>
        <a:bodyPr/>
        <a:lstStyle/>
        <a:p>
          <a:endParaRPr lang="en-US"/>
        </a:p>
      </dgm:t>
    </dgm:pt>
    <dgm:pt modelId="{3B3C594E-71AF-4847-936F-B7094C9D53C5}">
      <dgm:prSet/>
      <dgm:spPr/>
      <dgm:t>
        <a:bodyPr/>
        <a:lstStyle/>
        <a:p>
          <a:r>
            <a:rPr lang="en-US" dirty="0"/>
            <a:t>The domestic gross percentage helps to understand which films performed well in the local market compared to their overall international gross.</a:t>
          </a:r>
        </a:p>
      </dgm:t>
    </dgm:pt>
    <dgm:pt modelId="{9E99CDCB-11A2-43EB-9DE5-6453F47327A2}" type="parTrans" cxnId="{49603641-8CB0-4DB2-B137-E41E819ABD61}">
      <dgm:prSet/>
      <dgm:spPr/>
      <dgm:t>
        <a:bodyPr/>
        <a:lstStyle/>
        <a:p>
          <a:endParaRPr lang="en-US"/>
        </a:p>
      </dgm:t>
    </dgm:pt>
    <dgm:pt modelId="{884E4696-77A7-493B-9842-3D6CAD7346CC}" type="sibTrans" cxnId="{49603641-8CB0-4DB2-B137-E41E819ABD61}">
      <dgm:prSet/>
      <dgm:spPr/>
      <dgm:t>
        <a:bodyPr/>
        <a:lstStyle/>
        <a:p>
          <a:endParaRPr lang="en-US"/>
        </a:p>
      </dgm:t>
    </dgm:pt>
    <dgm:pt modelId="{192F814E-004B-4C89-BCD4-13C614099494}" type="pres">
      <dgm:prSet presAssocID="{13DB13C1-E036-46D1-BE34-0968715DB610}" presName="vert0" presStyleCnt="0">
        <dgm:presLayoutVars>
          <dgm:dir/>
          <dgm:animOne val="branch"/>
          <dgm:animLvl val="lvl"/>
        </dgm:presLayoutVars>
      </dgm:prSet>
      <dgm:spPr/>
    </dgm:pt>
    <dgm:pt modelId="{D1E3274E-9B92-4696-8510-46EB68339B02}" type="pres">
      <dgm:prSet presAssocID="{FA0EF6D0-2BD7-47B4-93CA-D41E3E00FB66}" presName="thickLine" presStyleLbl="alignNode1" presStyleIdx="0" presStyleCnt="2"/>
      <dgm:spPr/>
    </dgm:pt>
    <dgm:pt modelId="{1341DF00-E540-4B4A-9237-5E1253EB0E0F}" type="pres">
      <dgm:prSet presAssocID="{FA0EF6D0-2BD7-47B4-93CA-D41E3E00FB66}" presName="horz1" presStyleCnt="0"/>
      <dgm:spPr/>
    </dgm:pt>
    <dgm:pt modelId="{40EAFB8E-749E-475D-B914-CA24136F5256}" type="pres">
      <dgm:prSet presAssocID="{FA0EF6D0-2BD7-47B4-93CA-D41E3E00FB66}" presName="tx1" presStyleLbl="revTx" presStyleIdx="0" presStyleCnt="2"/>
      <dgm:spPr/>
    </dgm:pt>
    <dgm:pt modelId="{7D31CC43-8009-4986-BA93-71471A72AAC4}" type="pres">
      <dgm:prSet presAssocID="{FA0EF6D0-2BD7-47B4-93CA-D41E3E00FB66}" presName="vert1" presStyleCnt="0"/>
      <dgm:spPr/>
    </dgm:pt>
    <dgm:pt modelId="{694A6EC4-BDD7-4FBA-A1B3-81757BD48DE1}" type="pres">
      <dgm:prSet presAssocID="{3B3C594E-71AF-4847-936F-B7094C9D53C5}" presName="thickLine" presStyleLbl="alignNode1" presStyleIdx="1" presStyleCnt="2"/>
      <dgm:spPr/>
    </dgm:pt>
    <dgm:pt modelId="{C264E86C-450F-45CE-88EF-92673D848FCE}" type="pres">
      <dgm:prSet presAssocID="{3B3C594E-71AF-4847-936F-B7094C9D53C5}" presName="horz1" presStyleCnt="0"/>
      <dgm:spPr/>
    </dgm:pt>
    <dgm:pt modelId="{7D321FE2-7B64-4F8B-9B6C-D09C04547360}" type="pres">
      <dgm:prSet presAssocID="{3B3C594E-71AF-4847-936F-B7094C9D53C5}" presName="tx1" presStyleLbl="revTx" presStyleIdx="1" presStyleCnt="2"/>
      <dgm:spPr/>
    </dgm:pt>
    <dgm:pt modelId="{A30F9FDF-387E-4382-AEF0-3F73A3301F4D}" type="pres">
      <dgm:prSet presAssocID="{3B3C594E-71AF-4847-936F-B7094C9D53C5}" presName="vert1" presStyleCnt="0"/>
      <dgm:spPr/>
    </dgm:pt>
  </dgm:ptLst>
  <dgm:cxnLst>
    <dgm:cxn modelId="{DF22993E-6BB9-45BE-97BC-8DAB5DF95A9F}" type="presOf" srcId="{FA0EF6D0-2BD7-47B4-93CA-D41E3E00FB66}" destId="{40EAFB8E-749E-475D-B914-CA24136F5256}" srcOrd="0" destOrd="0" presId="urn:microsoft.com/office/officeart/2008/layout/LinedList"/>
    <dgm:cxn modelId="{49603641-8CB0-4DB2-B137-E41E819ABD61}" srcId="{13DB13C1-E036-46D1-BE34-0968715DB610}" destId="{3B3C594E-71AF-4847-936F-B7094C9D53C5}" srcOrd="1" destOrd="0" parTransId="{9E99CDCB-11A2-43EB-9DE5-6453F47327A2}" sibTransId="{884E4696-77A7-493B-9842-3D6CAD7346CC}"/>
    <dgm:cxn modelId="{B7233899-AB4A-48B4-A3BE-4A55480DFC54}" type="presOf" srcId="{13DB13C1-E036-46D1-BE34-0968715DB610}" destId="{192F814E-004B-4C89-BCD4-13C614099494}" srcOrd="0" destOrd="0" presId="urn:microsoft.com/office/officeart/2008/layout/LinedList"/>
    <dgm:cxn modelId="{34EA2DA7-CB1C-40D2-A8CD-170A8F8C035E}" type="presOf" srcId="{3B3C594E-71AF-4847-936F-B7094C9D53C5}" destId="{7D321FE2-7B64-4F8B-9B6C-D09C04547360}" srcOrd="0" destOrd="0" presId="urn:microsoft.com/office/officeart/2008/layout/LinedList"/>
    <dgm:cxn modelId="{532A7BD5-D4C3-450D-A3DB-2B468A1A5FE9}" srcId="{13DB13C1-E036-46D1-BE34-0968715DB610}" destId="{FA0EF6D0-2BD7-47B4-93CA-D41E3E00FB66}" srcOrd="0" destOrd="0" parTransId="{794BA91D-A426-4978-BD16-E477E14721FB}" sibTransId="{0DF106F0-2FD9-4953-8B3F-0C0E3CD391B2}"/>
    <dgm:cxn modelId="{CD6032B3-48D0-45DC-B753-33AF08AC9A27}" type="presParOf" srcId="{192F814E-004B-4C89-BCD4-13C614099494}" destId="{D1E3274E-9B92-4696-8510-46EB68339B02}" srcOrd="0" destOrd="0" presId="urn:microsoft.com/office/officeart/2008/layout/LinedList"/>
    <dgm:cxn modelId="{3A8DCB57-1DBA-420F-8779-5FDA8D65B28D}" type="presParOf" srcId="{192F814E-004B-4C89-BCD4-13C614099494}" destId="{1341DF00-E540-4B4A-9237-5E1253EB0E0F}" srcOrd="1" destOrd="0" presId="urn:microsoft.com/office/officeart/2008/layout/LinedList"/>
    <dgm:cxn modelId="{B0CE7590-B8C8-4FA1-8D73-F2D99EADCE6B}" type="presParOf" srcId="{1341DF00-E540-4B4A-9237-5E1253EB0E0F}" destId="{40EAFB8E-749E-475D-B914-CA24136F5256}" srcOrd="0" destOrd="0" presId="urn:microsoft.com/office/officeart/2008/layout/LinedList"/>
    <dgm:cxn modelId="{3A40278A-AA06-44E2-B969-95CE33FD5ABC}" type="presParOf" srcId="{1341DF00-E540-4B4A-9237-5E1253EB0E0F}" destId="{7D31CC43-8009-4986-BA93-71471A72AAC4}" srcOrd="1" destOrd="0" presId="urn:microsoft.com/office/officeart/2008/layout/LinedList"/>
    <dgm:cxn modelId="{3A4D6121-E9E7-4B1B-85E4-41FFB3B0E830}" type="presParOf" srcId="{192F814E-004B-4C89-BCD4-13C614099494}" destId="{694A6EC4-BDD7-4FBA-A1B3-81757BD48DE1}" srcOrd="2" destOrd="0" presId="urn:microsoft.com/office/officeart/2008/layout/LinedList"/>
    <dgm:cxn modelId="{CC8BAF6A-D6B9-4D73-BA07-9CA85DD91A87}" type="presParOf" srcId="{192F814E-004B-4C89-BCD4-13C614099494}" destId="{C264E86C-450F-45CE-88EF-92673D848FCE}" srcOrd="3" destOrd="0" presId="urn:microsoft.com/office/officeart/2008/layout/LinedList"/>
    <dgm:cxn modelId="{A9BD2D8F-7DDE-40B5-A123-DD469C1B3F76}" type="presParOf" srcId="{C264E86C-450F-45CE-88EF-92673D848FCE}" destId="{7D321FE2-7B64-4F8B-9B6C-D09C04547360}" srcOrd="0" destOrd="0" presId="urn:microsoft.com/office/officeart/2008/layout/LinedList"/>
    <dgm:cxn modelId="{F63D1B61-8BA0-4B4D-815E-1E7294CB5266}" type="presParOf" srcId="{C264E86C-450F-45CE-88EF-92673D848FCE}" destId="{A30F9FDF-387E-4382-AEF0-3F73A3301F4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1BDA65-4D84-4B0E-8B0A-38677594A0F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C6806B3-B034-475B-B165-C32CD472C43C}">
      <dgm:prSet custT="1"/>
      <dgm:spPr/>
      <dgm:t>
        <a:bodyPr/>
        <a:lstStyle/>
        <a:p>
          <a:r>
            <a:rPr lang="en-US" sz="2400" b="1" dirty="0"/>
            <a:t>High Domestic Gross</a:t>
          </a:r>
          <a:r>
            <a:rPr lang="en-US" sz="2400" dirty="0"/>
            <a:t>: Films with higher domestic percentages tend to have stronger local appeal, potentially influenced by cultural relevance, star power, or marketing.</a:t>
          </a:r>
        </a:p>
      </dgm:t>
    </dgm:pt>
    <dgm:pt modelId="{8C226F49-6A6E-4014-9370-43F804A1034E}" type="parTrans" cxnId="{431518BB-EBE7-4B13-8188-16375A21B7F9}">
      <dgm:prSet/>
      <dgm:spPr/>
      <dgm:t>
        <a:bodyPr/>
        <a:lstStyle/>
        <a:p>
          <a:endParaRPr lang="en-US"/>
        </a:p>
      </dgm:t>
    </dgm:pt>
    <dgm:pt modelId="{352507B9-03B3-4D79-9B9C-BC79D1CA9422}" type="sibTrans" cxnId="{431518BB-EBE7-4B13-8188-16375A21B7F9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CDC9A1D7-CEBA-4614-9936-8D3B0EBCF06F}">
      <dgm:prSet custT="1"/>
      <dgm:spPr/>
      <dgm:t>
        <a:bodyPr/>
        <a:lstStyle/>
        <a:p>
          <a:r>
            <a:rPr lang="en-US" sz="2400" b="1" dirty="0"/>
            <a:t>Low Domestic Gross</a:t>
          </a:r>
          <a:r>
            <a:rPr lang="en-US" sz="2400" dirty="0"/>
            <a:t>: Movies with a lower percentage of domestic gross likely benefited from a broader international audience, indicating either global appeal or weaker domestic performance.</a:t>
          </a:r>
        </a:p>
      </dgm:t>
    </dgm:pt>
    <dgm:pt modelId="{D3D6DDE6-DDEB-4039-8906-41B94E66A801}" type="parTrans" cxnId="{26DE78C3-C76C-4FCB-81EE-25E709C3C8ED}">
      <dgm:prSet/>
      <dgm:spPr/>
      <dgm:t>
        <a:bodyPr/>
        <a:lstStyle/>
        <a:p>
          <a:endParaRPr lang="en-US"/>
        </a:p>
      </dgm:t>
    </dgm:pt>
    <dgm:pt modelId="{DB97E526-679F-47EA-BC0B-E96EAA8ADF58}" type="sibTrans" cxnId="{26DE78C3-C76C-4FCB-81EE-25E709C3C8ED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26996EEA-F033-4738-8E0A-AB43EA9BEB22}" type="pres">
      <dgm:prSet presAssocID="{531BDA65-4D84-4B0E-8B0A-38677594A0FB}" presName="Name0" presStyleCnt="0">
        <dgm:presLayoutVars>
          <dgm:animLvl val="lvl"/>
          <dgm:resizeHandles val="exact"/>
        </dgm:presLayoutVars>
      </dgm:prSet>
      <dgm:spPr/>
    </dgm:pt>
    <dgm:pt modelId="{0881FB03-B204-4CE0-87A9-57AA675C170A}" type="pres">
      <dgm:prSet presAssocID="{0C6806B3-B034-475B-B165-C32CD472C43C}" presName="compositeNode" presStyleCnt="0">
        <dgm:presLayoutVars>
          <dgm:bulletEnabled val="1"/>
        </dgm:presLayoutVars>
      </dgm:prSet>
      <dgm:spPr/>
    </dgm:pt>
    <dgm:pt modelId="{B96825F9-B46C-4A12-88A2-78FF7FB4A221}" type="pres">
      <dgm:prSet presAssocID="{0C6806B3-B034-475B-B165-C32CD472C43C}" presName="bgRect" presStyleLbl="bgAccFollowNode1" presStyleIdx="0" presStyleCnt="2"/>
      <dgm:spPr/>
    </dgm:pt>
    <dgm:pt modelId="{DDFC48C3-DD02-4988-AB01-25159F23DC3A}" type="pres">
      <dgm:prSet presAssocID="{352507B9-03B3-4D79-9B9C-BC79D1CA9422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37E219D4-D586-4620-B11D-BC822D1D1A99}" type="pres">
      <dgm:prSet presAssocID="{0C6806B3-B034-475B-B165-C32CD472C43C}" presName="bottomLine" presStyleLbl="alignNode1" presStyleIdx="1" presStyleCnt="4">
        <dgm:presLayoutVars/>
      </dgm:prSet>
      <dgm:spPr/>
    </dgm:pt>
    <dgm:pt modelId="{F5C180A0-CCA2-4454-9F52-44E597D57165}" type="pres">
      <dgm:prSet presAssocID="{0C6806B3-B034-475B-B165-C32CD472C43C}" presName="nodeText" presStyleLbl="bgAccFollowNode1" presStyleIdx="0" presStyleCnt="2">
        <dgm:presLayoutVars>
          <dgm:bulletEnabled val="1"/>
        </dgm:presLayoutVars>
      </dgm:prSet>
      <dgm:spPr/>
    </dgm:pt>
    <dgm:pt modelId="{DA909C20-93D7-423A-B291-C74E5B5B6CD3}" type="pres">
      <dgm:prSet presAssocID="{352507B9-03B3-4D79-9B9C-BC79D1CA9422}" presName="sibTrans" presStyleCnt="0"/>
      <dgm:spPr/>
    </dgm:pt>
    <dgm:pt modelId="{2F71744C-697B-48B0-A99A-9586044ED80A}" type="pres">
      <dgm:prSet presAssocID="{CDC9A1D7-CEBA-4614-9936-8D3B0EBCF06F}" presName="compositeNode" presStyleCnt="0">
        <dgm:presLayoutVars>
          <dgm:bulletEnabled val="1"/>
        </dgm:presLayoutVars>
      </dgm:prSet>
      <dgm:spPr/>
    </dgm:pt>
    <dgm:pt modelId="{DFF7D9E9-181B-4AA2-907F-943F37089D5E}" type="pres">
      <dgm:prSet presAssocID="{CDC9A1D7-CEBA-4614-9936-8D3B0EBCF06F}" presName="bgRect" presStyleLbl="bgAccFollowNode1" presStyleIdx="1" presStyleCnt="2"/>
      <dgm:spPr/>
    </dgm:pt>
    <dgm:pt modelId="{3E06BB99-7880-487E-B826-C5355EFAE24D}" type="pres">
      <dgm:prSet presAssocID="{DB97E526-679F-47EA-BC0B-E96EAA8ADF58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370CF379-22A2-49A5-8676-08CE6B38D20E}" type="pres">
      <dgm:prSet presAssocID="{CDC9A1D7-CEBA-4614-9936-8D3B0EBCF06F}" presName="bottomLine" presStyleLbl="alignNode1" presStyleIdx="3" presStyleCnt="4">
        <dgm:presLayoutVars/>
      </dgm:prSet>
      <dgm:spPr/>
    </dgm:pt>
    <dgm:pt modelId="{E0AD4427-B2AD-4D08-8C63-762D85199B6D}" type="pres">
      <dgm:prSet presAssocID="{CDC9A1D7-CEBA-4614-9936-8D3B0EBCF06F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904EF705-4368-421D-8991-637085E086C3}" type="presOf" srcId="{352507B9-03B3-4D79-9B9C-BC79D1CA9422}" destId="{DDFC48C3-DD02-4988-AB01-25159F23DC3A}" srcOrd="0" destOrd="0" presId="urn:microsoft.com/office/officeart/2016/7/layout/BasicLinearProcessNumbered"/>
    <dgm:cxn modelId="{1D89422F-8DA4-42A9-BC4E-44A613D3384F}" type="presOf" srcId="{0C6806B3-B034-475B-B165-C32CD472C43C}" destId="{B96825F9-B46C-4A12-88A2-78FF7FB4A221}" srcOrd="0" destOrd="0" presId="urn:microsoft.com/office/officeart/2016/7/layout/BasicLinearProcessNumbered"/>
    <dgm:cxn modelId="{18597561-355D-4F2D-ABF6-ABA48DB12A59}" type="presOf" srcId="{0C6806B3-B034-475B-B165-C32CD472C43C}" destId="{F5C180A0-CCA2-4454-9F52-44E597D57165}" srcOrd="1" destOrd="0" presId="urn:microsoft.com/office/officeart/2016/7/layout/BasicLinearProcessNumbered"/>
    <dgm:cxn modelId="{B6B50AB6-4583-4ABE-8297-8FA1335925CB}" type="presOf" srcId="{CDC9A1D7-CEBA-4614-9936-8D3B0EBCF06F}" destId="{E0AD4427-B2AD-4D08-8C63-762D85199B6D}" srcOrd="1" destOrd="0" presId="urn:microsoft.com/office/officeart/2016/7/layout/BasicLinearProcessNumbered"/>
    <dgm:cxn modelId="{431518BB-EBE7-4B13-8188-16375A21B7F9}" srcId="{531BDA65-4D84-4B0E-8B0A-38677594A0FB}" destId="{0C6806B3-B034-475B-B165-C32CD472C43C}" srcOrd="0" destOrd="0" parTransId="{8C226F49-6A6E-4014-9370-43F804A1034E}" sibTransId="{352507B9-03B3-4D79-9B9C-BC79D1CA9422}"/>
    <dgm:cxn modelId="{5889A7C1-00B7-445E-A377-580021F6BAA9}" type="presOf" srcId="{DB97E526-679F-47EA-BC0B-E96EAA8ADF58}" destId="{3E06BB99-7880-487E-B826-C5355EFAE24D}" srcOrd="0" destOrd="0" presId="urn:microsoft.com/office/officeart/2016/7/layout/BasicLinearProcessNumbered"/>
    <dgm:cxn modelId="{26DE78C3-C76C-4FCB-81EE-25E709C3C8ED}" srcId="{531BDA65-4D84-4B0E-8B0A-38677594A0FB}" destId="{CDC9A1D7-CEBA-4614-9936-8D3B0EBCF06F}" srcOrd="1" destOrd="0" parTransId="{D3D6DDE6-DDEB-4039-8906-41B94E66A801}" sibTransId="{DB97E526-679F-47EA-BC0B-E96EAA8ADF58}"/>
    <dgm:cxn modelId="{2DC765DF-1A85-4886-B9F5-C858473FA179}" type="presOf" srcId="{CDC9A1D7-CEBA-4614-9936-8D3B0EBCF06F}" destId="{DFF7D9E9-181B-4AA2-907F-943F37089D5E}" srcOrd="0" destOrd="0" presId="urn:microsoft.com/office/officeart/2016/7/layout/BasicLinearProcessNumbered"/>
    <dgm:cxn modelId="{AD910FE6-5D1A-4F4E-B547-DB839667F781}" type="presOf" srcId="{531BDA65-4D84-4B0E-8B0A-38677594A0FB}" destId="{26996EEA-F033-4738-8E0A-AB43EA9BEB22}" srcOrd="0" destOrd="0" presId="urn:microsoft.com/office/officeart/2016/7/layout/BasicLinearProcessNumbered"/>
    <dgm:cxn modelId="{5EE2FF67-F4E2-41E6-9738-4360FC7F3F52}" type="presParOf" srcId="{26996EEA-F033-4738-8E0A-AB43EA9BEB22}" destId="{0881FB03-B204-4CE0-87A9-57AA675C170A}" srcOrd="0" destOrd="0" presId="urn:microsoft.com/office/officeart/2016/7/layout/BasicLinearProcessNumbered"/>
    <dgm:cxn modelId="{BA7F76EE-33BC-48CC-A985-21F0C2123D6C}" type="presParOf" srcId="{0881FB03-B204-4CE0-87A9-57AA675C170A}" destId="{B96825F9-B46C-4A12-88A2-78FF7FB4A221}" srcOrd="0" destOrd="0" presId="urn:microsoft.com/office/officeart/2016/7/layout/BasicLinearProcessNumbered"/>
    <dgm:cxn modelId="{4649BD01-E2F7-44D1-AFF0-BF6034CC65D1}" type="presParOf" srcId="{0881FB03-B204-4CE0-87A9-57AA675C170A}" destId="{DDFC48C3-DD02-4988-AB01-25159F23DC3A}" srcOrd="1" destOrd="0" presId="urn:microsoft.com/office/officeart/2016/7/layout/BasicLinearProcessNumbered"/>
    <dgm:cxn modelId="{B59AB520-AA86-4BC9-A2BA-D90F980A80EB}" type="presParOf" srcId="{0881FB03-B204-4CE0-87A9-57AA675C170A}" destId="{37E219D4-D586-4620-B11D-BC822D1D1A99}" srcOrd="2" destOrd="0" presId="urn:microsoft.com/office/officeart/2016/7/layout/BasicLinearProcessNumbered"/>
    <dgm:cxn modelId="{386A4706-92EF-41D9-AF4D-87FAD4FF7C0D}" type="presParOf" srcId="{0881FB03-B204-4CE0-87A9-57AA675C170A}" destId="{F5C180A0-CCA2-4454-9F52-44E597D57165}" srcOrd="3" destOrd="0" presId="urn:microsoft.com/office/officeart/2016/7/layout/BasicLinearProcessNumbered"/>
    <dgm:cxn modelId="{862B9B89-C075-4467-8940-E1F0F3473DBC}" type="presParOf" srcId="{26996EEA-F033-4738-8E0A-AB43EA9BEB22}" destId="{DA909C20-93D7-423A-B291-C74E5B5B6CD3}" srcOrd="1" destOrd="0" presId="urn:microsoft.com/office/officeart/2016/7/layout/BasicLinearProcessNumbered"/>
    <dgm:cxn modelId="{7BDA1948-839C-4D1D-B1C2-29C0CFAD1557}" type="presParOf" srcId="{26996EEA-F033-4738-8E0A-AB43EA9BEB22}" destId="{2F71744C-697B-48B0-A99A-9586044ED80A}" srcOrd="2" destOrd="0" presId="urn:microsoft.com/office/officeart/2016/7/layout/BasicLinearProcessNumbered"/>
    <dgm:cxn modelId="{636C8DE6-A242-4A5A-B272-639C49591B14}" type="presParOf" srcId="{2F71744C-697B-48B0-A99A-9586044ED80A}" destId="{DFF7D9E9-181B-4AA2-907F-943F37089D5E}" srcOrd="0" destOrd="0" presId="urn:microsoft.com/office/officeart/2016/7/layout/BasicLinearProcessNumbered"/>
    <dgm:cxn modelId="{A0053A96-AA0A-4F9A-B263-DED2EC432119}" type="presParOf" srcId="{2F71744C-697B-48B0-A99A-9586044ED80A}" destId="{3E06BB99-7880-487E-B826-C5355EFAE24D}" srcOrd="1" destOrd="0" presId="urn:microsoft.com/office/officeart/2016/7/layout/BasicLinearProcessNumbered"/>
    <dgm:cxn modelId="{92862A0C-9D75-4ABE-9EEE-9D491DA00DF7}" type="presParOf" srcId="{2F71744C-697B-48B0-A99A-9586044ED80A}" destId="{370CF379-22A2-49A5-8676-08CE6B38D20E}" srcOrd="2" destOrd="0" presId="urn:microsoft.com/office/officeart/2016/7/layout/BasicLinearProcessNumbered"/>
    <dgm:cxn modelId="{72487B27-5F90-4DD1-9D96-D42213F162CD}" type="presParOf" srcId="{2F71744C-697B-48B0-A99A-9586044ED80A}" destId="{E0AD4427-B2AD-4D08-8C63-762D85199B6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3274E-9B92-4696-8510-46EB68339B02}">
      <dsp:nvSpPr>
        <dsp:cNvPr id="0" name=""/>
        <dsp:cNvSpPr/>
      </dsp:nvSpPr>
      <dsp:spPr>
        <a:xfrm>
          <a:off x="0" y="0"/>
          <a:ext cx="61734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AFB8E-749E-475D-B914-CA24136F5256}">
      <dsp:nvSpPr>
        <dsp:cNvPr id="0" name=""/>
        <dsp:cNvSpPr/>
      </dsp:nvSpPr>
      <dsp:spPr>
        <a:xfrm>
          <a:off x="0" y="0"/>
          <a:ext cx="6173409" cy="292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The analysis highlights the distribution of movie domestic grosses, showing the financial success of films in their respective regions.</a:t>
          </a:r>
        </a:p>
      </dsp:txBody>
      <dsp:txXfrm>
        <a:off x="0" y="0"/>
        <a:ext cx="6173409" cy="2921734"/>
      </dsp:txXfrm>
    </dsp:sp>
    <dsp:sp modelId="{694A6EC4-BDD7-4FBA-A1B3-81757BD48DE1}">
      <dsp:nvSpPr>
        <dsp:cNvPr id="0" name=""/>
        <dsp:cNvSpPr/>
      </dsp:nvSpPr>
      <dsp:spPr>
        <a:xfrm>
          <a:off x="0" y="2921734"/>
          <a:ext cx="617340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21FE2-7B64-4F8B-9B6C-D09C04547360}">
      <dsp:nvSpPr>
        <dsp:cNvPr id="0" name=""/>
        <dsp:cNvSpPr/>
      </dsp:nvSpPr>
      <dsp:spPr>
        <a:xfrm>
          <a:off x="0" y="2921734"/>
          <a:ext cx="6173409" cy="292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The domestic gross percentage helps to understand which films performed well in the local market compared to their overall international gross.</a:t>
          </a:r>
        </a:p>
      </dsp:txBody>
      <dsp:txXfrm>
        <a:off x="0" y="2921734"/>
        <a:ext cx="6173409" cy="2921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825F9-B46C-4A12-88A2-78FF7FB4A221}">
      <dsp:nvSpPr>
        <dsp:cNvPr id="0" name=""/>
        <dsp:cNvSpPr/>
      </dsp:nvSpPr>
      <dsp:spPr>
        <a:xfrm>
          <a:off x="1340" y="0"/>
          <a:ext cx="5228289" cy="427605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618" tIns="330200" rIns="407618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High Domestic Gross</a:t>
          </a:r>
          <a:r>
            <a:rPr lang="en-US" sz="2400" kern="1200" dirty="0"/>
            <a:t>: Films with higher domestic percentages tend to have stronger local appeal, potentially influenced by cultural relevance, star power, or marketing.</a:t>
          </a:r>
        </a:p>
      </dsp:txBody>
      <dsp:txXfrm>
        <a:off x="1340" y="1624900"/>
        <a:ext cx="5228289" cy="2565633"/>
      </dsp:txXfrm>
    </dsp:sp>
    <dsp:sp modelId="{DDFC48C3-DD02-4988-AB01-25159F23DC3A}">
      <dsp:nvSpPr>
        <dsp:cNvPr id="0" name=""/>
        <dsp:cNvSpPr/>
      </dsp:nvSpPr>
      <dsp:spPr>
        <a:xfrm>
          <a:off x="1974077" y="427605"/>
          <a:ext cx="1282816" cy="12828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12700" rIns="1000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161941" y="615469"/>
        <a:ext cx="907088" cy="907088"/>
      </dsp:txXfrm>
    </dsp:sp>
    <dsp:sp modelId="{37E219D4-D586-4620-B11D-BC822D1D1A99}">
      <dsp:nvSpPr>
        <dsp:cNvPr id="0" name=""/>
        <dsp:cNvSpPr/>
      </dsp:nvSpPr>
      <dsp:spPr>
        <a:xfrm>
          <a:off x="1340" y="4275983"/>
          <a:ext cx="522828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7D9E9-181B-4AA2-907F-943F37089D5E}">
      <dsp:nvSpPr>
        <dsp:cNvPr id="0" name=""/>
        <dsp:cNvSpPr/>
      </dsp:nvSpPr>
      <dsp:spPr>
        <a:xfrm>
          <a:off x="5752459" y="0"/>
          <a:ext cx="5228289" cy="427605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618" tIns="330200" rIns="407618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Low Domestic Gross</a:t>
          </a:r>
          <a:r>
            <a:rPr lang="en-US" sz="2400" kern="1200" dirty="0"/>
            <a:t>: Movies with a lower percentage of domestic gross likely benefited from a broader international audience, indicating either global appeal or weaker domestic performance.</a:t>
          </a:r>
        </a:p>
      </dsp:txBody>
      <dsp:txXfrm>
        <a:off x="5752459" y="1624900"/>
        <a:ext cx="5228289" cy="2565633"/>
      </dsp:txXfrm>
    </dsp:sp>
    <dsp:sp modelId="{3E06BB99-7880-487E-B826-C5355EFAE24D}">
      <dsp:nvSpPr>
        <dsp:cNvPr id="0" name=""/>
        <dsp:cNvSpPr/>
      </dsp:nvSpPr>
      <dsp:spPr>
        <a:xfrm>
          <a:off x="7725196" y="427605"/>
          <a:ext cx="1282816" cy="128281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12700" rIns="10001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913060" y="615469"/>
        <a:ext cx="907088" cy="907088"/>
      </dsp:txXfrm>
    </dsp:sp>
    <dsp:sp modelId="{370CF379-22A2-49A5-8676-08CE6B38D20E}">
      <dsp:nvSpPr>
        <dsp:cNvPr id="0" name=""/>
        <dsp:cNvSpPr/>
      </dsp:nvSpPr>
      <dsp:spPr>
        <a:xfrm>
          <a:off x="5752459" y="4275983"/>
          <a:ext cx="522828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B06E2-FA82-45DC-845D-09E6BC91C55F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D18BC-5731-487E-952B-C539FB0A76A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903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the provided data and reconstructed R code, we recreated the original chart to visualize trends in movie gross distribution.</a:t>
            </a:r>
          </a:p>
          <a:p>
            <a:r>
              <a:rPr lang="en-US" dirty="0"/>
              <a:t>The updated chart reflects an accurate representation of the domestic vs. international gross balance across various films.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D18BC-5731-487E-952B-C539FB0A76A9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4387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2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0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7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3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55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3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43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2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2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0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5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3AA549-1F0C-46E0-AAD8-DC3DC6CA6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Film reel and slate">
            <a:extLst>
              <a:ext uri="{FF2B5EF4-FFF2-40B4-BE49-F238E27FC236}">
                <a16:creationId xmlns:a16="http://schemas.microsoft.com/office/drawing/2014/main" id="{9C08305A-2DA8-8637-D2C8-34A8633B6B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12494" r="-1" b="3231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50" name="Bottom Right">
            <a:extLst>
              <a:ext uri="{FF2B5EF4-FFF2-40B4-BE49-F238E27FC236}">
                <a16:creationId xmlns:a16="http://schemas.microsoft.com/office/drawing/2014/main" id="{7B2F7E43-35EC-4103-9D95-2ACDB003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4CBE545A-C704-48FA-8193-05D4FDAA2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FC12F8B-A54C-43DD-B393-14555547B6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3B33274-B053-4224-A5A0-B90126BFF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C7170C7-58C1-4C2A-BCB1-A35DA8E12D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931EDD4-C978-4F30-9A9D-2C5D3B3E4B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E984CF3-8D55-4CD4-8256-69FDFE61C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9CC4F5D-4692-4689-807E-46C4886AD3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872E016-A490-4CAF-AAC9-3EE29CBD4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4A6B7E-847F-437A-BC2F-A78EE3F87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5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27" name="Top Left">
            <a:extLst>
              <a:ext uri="{FF2B5EF4-FFF2-40B4-BE49-F238E27FC236}">
                <a16:creationId xmlns:a16="http://schemas.microsoft.com/office/drawing/2014/main" id="{96F2112D-BBBE-46A6-B66D-A3F02ED32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aphic 3">
              <a:extLst>
                <a:ext uri="{FF2B5EF4-FFF2-40B4-BE49-F238E27FC236}">
                  <a16:creationId xmlns:a16="http://schemas.microsoft.com/office/drawing/2014/main" id="{96F2112D-BBBE-46A6-B66D-A3F02ED32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CCB55F8-F950-431F-9B90-688950D9F3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7D0AA11-2E4E-479C-B953-547285E724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0D86C66-EDF0-4ABB-87F4-A2882A2E0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026082B-E695-4987-8C03-332366C6C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61A8835-D9FC-4CAB-AF19-A5513B17B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C47686-E31E-3A97-C6F4-066AAA246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>
            <a:normAutofit/>
          </a:bodyPr>
          <a:lstStyle/>
          <a:p>
            <a:r>
              <a:rPr lang="en-ZA" sz="6600">
                <a:solidFill>
                  <a:srgbClr val="FFFFFF"/>
                </a:solidFill>
              </a:rPr>
              <a:t>MOVIE DOMESTIC % GROSS </a:t>
            </a:r>
          </a:p>
        </p:txBody>
      </p:sp>
      <p:grpSp>
        <p:nvGrpSpPr>
          <p:cNvPr id="47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874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260B-37D4-2C03-2416-B521F6C30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movie reviews website was very happy with your deliverable for the previous assignment and now they have a new request for you. </a:t>
            </a:r>
          </a:p>
          <a:p>
            <a:r>
              <a:rPr lang="en-US" dirty="0"/>
              <a:t>The previous consultant had created a chart for them which is illustrated on the next slide. However, the R code used to create the diagram has since been lost and cannot be recovered. Your task is to come up with the code that will re-create the same chart making it look as close as possible to the original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6207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B9A9A2B8-D580-3F07-9256-80540B524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10" y="188739"/>
            <a:ext cx="11898379" cy="648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1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6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4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81BC67A1-175E-439E-85E2-88911C119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4A7B82C-30F1-42B4-BE36-3DB42DD51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04" name="Top Left">
            <a:extLst>
              <a:ext uri="{FF2B5EF4-FFF2-40B4-BE49-F238E27FC236}">
                <a16:creationId xmlns:a16="http://schemas.microsoft.com/office/drawing/2014/main" id="{019E22E7-A14F-465E-A704-1E81AFD8D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6"/>
            <a:ext cx="4853749" cy="5127923"/>
            <a:chOff x="0" y="-3086"/>
            <a:chExt cx="4853749" cy="5127923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54C1B16-3C93-4003-88AD-F74DAD18C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10962" y="150592"/>
              <a:ext cx="5085197" cy="4844224"/>
            </a:xfrm>
            <a:custGeom>
              <a:avLst/>
              <a:gdLst>
                <a:gd name="connsiteX0" fmla="*/ 425663 w 5085197"/>
                <a:gd name="connsiteY0" fmla="*/ 0 h 4844224"/>
                <a:gd name="connsiteX1" fmla="*/ 277263 w 5085197"/>
                <a:gd name="connsiteY1" fmla="*/ 200882 h 4844224"/>
                <a:gd name="connsiteX2" fmla="*/ 155629 w 5085197"/>
                <a:gd name="connsiteY2" fmla="*/ 472154 h 4844224"/>
                <a:gd name="connsiteX3" fmla="*/ 55998 w 5085197"/>
                <a:gd name="connsiteY3" fmla="*/ 785336 h 4844224"/>
                <a:gd name="connsiteX4" fmla="*/ 6182 w 5085197"/>
                <a:gd name="connsiteY4" fmla="*/ 1154335 h 4844224"/>
                <a:gd name="connsiteX5" fmla="*/ 6182 w 5085197"/>
                <a:gd name="connsiteY5" fmla="*/ 1577245 h 4844224"/>
                <a:gd name="connsiteX6" fmla="*/ 59998 w 5085197"/>
                <a:gd name="connsiteY6" fmla="*/ 1960245 h 4844224"/>
                <a:gd name="connsiteX7" fmla="*/ 187633 w 5085197"/>
                <a:gd name="connsiteY7" fmla="*/ 2261426 h 4844224"/>
                <a:gd name="connsiteX8" fmla="*/ 365084 w 5085197"/>
                <a:gd name="connsiteY8" fmla="*/ 2474881 h 4844224"/>
                <a:gd name="connsiteX9" fmla="*/ 642261 w 5085197"/>
                <a:gd name="connsiteY9" fmla="*/ 2658428 h 4844224"/>
                <a:gd name="connsiteX10" fmla="*/ 965254 w 5085197"/>
                <a:gd name="connsiteY10" fmla="*/ 2770156 h 4844224"/>
                <a:gd name="connsiteX11" fmla="*/ 1312155 w 5085197"/>
                <a:gd name="connsiteY11" fmla="*/ 2812066 h 4844224"/>
                <a:gd name="connsiteX12" fmla="*/ 1493606 w 5085197"/>
                <a:gd name="connsiteY12" fmla="*/ 2877884 h 4844224"/>
                <a:gd name="connsiteX13" fmla="*/ 1700965 w 5085197"/>
                <a:gd name="connsiteY13" fmla="*/ 3085338 h 4844224"/>
                <a:gd name="connsiteX14" fmla="*/ 1856508 w 5085197"/>
                <a:gd name="connsiteY14" fmla="*/ 3320701 h 4844224"/>
                <a:gd name="connsiteX15" fmla="*/ 1968141 w 5085197"/>
                <a:gd name="connsiteY15" fmla="*/ 3460337 h 4844224"/>
                <a:gd name="connsiteX16" fmla="*/ 2147593 w 5085197"/>
                <a:gd name="connsiteY16" fmla="*/ 3544157 h 4844224"/>
                <a:gd name="connsiteX17" fmla="*/ 2492493 w 5085197"/>
                <a:gd name="connsiteY17" fmla="*/ 3544157 h 4844224"/>
                <a:gd name="connsiteX18" fmla="*/ 2729760 w 5085197"/>
                <a:gd name="connsiteY18" fmla="*/ 3544157 h 4844224"/>
                <a:gd name="connsiteX19" fmla="*/ 2865301 w 5085197"/>
                <a:gd name="connsiteY19" fmla="*/ 3627978 h 4844224"/>
                <a:gd name="connsiteX20" fmla="*/ 2984935 w 5085197"/>
                <a:gd name="connsiteY20" fmla="*/ 3773615 h 4844224"/>
                <a:gd name="connsiteX21" fmla="*/ 3126477 w 5085197"/>
                <a:gd name="connsiteY21" fmla="*/ 3995071 h 4844224"/>
                <a:gd name="connsiteX22" fmla="*/ 3293926 w 5085197"/>
                <a:gd name="connsiteY22" fmla="*/ 4348163 h 4844224"/>
                <a:gd name="connsiteX23" fmla="*/ 3445469 w 5085197"/>
                <a:gd name="connsiteY23" fmla="*/ 4623435 h 4844224"/>
                <a:gd name="connsiteX24" fmla="*/ 3549196 w 5085197"/>
                <a:gd name="connsiteY24" fmla="*/ 4727163 h 4844224"/>
                <a:gd name="connsiteX25" fmla="*/ 3953913 w 5085197"/>
                <a:gd name="connsiteY25" fmla="*/ 4773073 h 4844224"/>
                <a:gd name="connsiteX26" fmla="*/ 4406542 w 5085197"/>
                <a:gd name="connsiteY26" fmla="*/ 4729163 h 4844224"/>
                <a:gd name="connsiteX27" fmla="*/ 4573991 w 5085197"/>
                <a:gd name="connsiteY27" fmla="*/ 4709256 h 4844224"/>
                <a:gd name="connsiteX28" fmla="*/ 5085198 w 5085197"/>
                <a:gd name="connsiteY28" fmla="*/ 4844225 h 4844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085197" h="4844224">
                  <a:moveTo>
                    <a:pt x="425663" y="0"/>
                  </a:moveTo>
                  <a:cubicBezTo>
                    <a:pt x="425663" y="0"/>
                    <a:pt x="309172" y="142875"/>
                    <a:pt x="277263" y="200882"/>
                  </a:cubicBezTo>
                  <a:cubicBezTo>
                    <a:pt x="229448" y="287846"/>
                    <a:pt x="191253" y="379571"/>
                    <a:pt x="155629" y="472154"/>
                  </a:cubicBezTo>
                  <a:cubicBezTo>
                    <a:pt x="116291" y="574548"/>
                    <a:pt x="80953" y="678561"/>
                    <a:pt x="55998" y="785336"/>
                  </a:cubicBezTo>
                  <a:cubicBezTo>
                    <a:pt x="27804" y="906399"/>
                    <a:pt x="13707" y="1030224"/>
                    <a:pt x="6182" y="1154335"/>
                  </a:cubicBezTo>
                  <a:cubicBezTo>
                    <a:pt x="-2391" y="1295114"/>
                    <a:pt x="-1724" y="1436370"/>
                    <a:pt x="6182" y="1577245"/>
                  </a:cubicBezTo>
                  <a:cubicBezTo>
                    <a:pt x="13421" y="1706309"/>
                    <a:pt x="26851" y="1835372"/>
                    <a:pt x="59998" y="1960245"/>
                  </a:cubicBezTo>
                  <a:cubicBezTo>
                    <a:pt x="88097" y="2066258"/>
                    <a:pt x="130007" y="2168176"/>
                    <a:pt x="187633" y="2261426"/>
                  </a:cubicBezTo>
                  <a:cubicBezTo>
                    <a:pt x="236496" y="2340578"/>
                    <a:pt x="296028" y="2412587"/>
                    <a:pt x="365084" y="2474881"/>
                  </a:cubicBezTo>
                  <a:cubicBezTo>
                    <a:pt x="447761" y="2549366"/>
                    <a:pt x="542439" y="2609088"/>
                    <a:pt x="642261" y="2658428"/>
                  </a:cubicBezTo>
                  <a:cubicBezTo>
                    <a:pt x="744941" y="2709196"/>
                    <a:pt x="852573" y="2749963"/>
                    <a:pt x="965254" y="2770156"/>
                  </a:cubicBezTo>
                  <a:cubicBezTo>
                    <a:pt x="1080030" y="2790635"/>
                    <a:pt x="1197664" y="2789778"/>
                    <a:pt x="1312155" y="2812066"/>
                  </a:cubicBezTo>
                  <a:cubicBezTo>
                    <a:pt x="1375877" y="2824448"/>
                    <a:pt x="1437980" y="2844641"/>
                    <a:pt x="1493606" y="2877884"/>
                  </a:cubicBezTo>
                  <a:cubicBezTo>
                    <a:pt x="1578283" y="2928366"/>
                    <a:pt x="1643053" y="3005138"/>
                    <a:pt x="1700965" y="3085338"/>
                  </a:cubicBezTo>
                  <a:cubicBezTo>
                    <a:pt x="1756020" y="3161538"/>
                    <a:pt x="1805645" y="3241548"/>
                    <a:pt x="1856508" y="3320701"/>
                  </a:cubicBezTo>
                  <a:cubicBezTo>
                    <a:pt x="1888893" y="3371183"/>
                    <a:pt x="1922707" y="3421380"/>
                    <a:pt x="1968141" y="3460337"/>
                  </a:cubicBezTo>
                  <a:cubicBezTo>
                    <a:pt x="2019005" y="3503962"/>
                    <a:pt x="2082060" y="3529679"/>
                    <a:pt x="2147593" y="3544157"/>
                  </a:cubicBezTo>
                  <a:cubicBezTo>
                    <a:pt x="2260559" y="3569018"/>
                    <a:pt x="2377526" y="3558445"/>
                    <a:pt x="2492493" y="3544157"/>
                  </a:cubicBezTo>
                  <a:cubicBezTo>
                    <a:pt x="2572122" y="3534251"/>
                    <a:pt x="2653370" y="3521012"/>
                    <a:pt x="2729760" y="3544157"/>
                  </a:cubicBezTo>
                  <a:cubicBezTo>
                    <a:pt x="2781291" y="3559778"/>
                    <a:pt x="2826249" y="3590735"/>
                    <a:pt x="2865301" y="3627978"/>
                  </a:cubicBezTo>
                  <a:cubicBezTo>
                    <a:pt x="2910831" y="3671411"/>
                    <a:pt x="2948550" y="3722180"/>
                    <a:pt x="2984935" y="3773615"/>
                  </a:cubicBezTo>
                  <a:cubicBezTo>
                    <a:pt x="3035608" y="3845147"/>
                    <a:pt x="3084471" y="3918109"/>
                    <a:pt x="3126477" y="3995071"/>
                  </a:cubicBezTo>
                  <a:cubicBezTo>
                    <a:pt x="3188961" y="4109371"/>
                    <a:pt x="3239729" y="4229576"/>
                    <a:pt x="3293926" y="4348163"/>
                  </a:cubicBezTo>
                  <a:cubicBezTo>
                    <a:pt x="3337646" y="4443698"/>
                    <a:pt x="3384318" y="4538187"/>
                    <a:pt x="3445469" y="4623435"/>
                  </a:cubicBezTo>
                  <a:cubicBezTo>
                    <a:pt x="3474330" y="4663631"/>
                    <a:pt x="3507858" y="4700207"/>
                    <a:pt x="3549196" y="4727163"/>
                  </a:cubicBezTo>
                  <a:cubicBezTo>
                    <a:pt x="3665401" y="4802886"/>
                    <a:pt x="3813896" y="4783931"/>
                    <a:pt x="3953913" y="4773073"/>
                  </a:cubicBezTo>
                  <a:cubicBezTo>
                    <a:pt x="4105170" y="4761262"/>
                    <a:pt x="4256904" y="4753928"/>
                    <a:pt x="4406542" y="4729163"/>
                  </a:cubicBezTo>
                  <a:cubicBezTo>
                    <a:pt x="4462168" y="4720019"/>
                    <a:pt x="4517698" y="4709256"/>
                    <a:pt x="4573991" y="4709256"/>
                  </a:cubicBezTo>
                  <a:cubicBezTo>
                    <a:pt x="4675813" y="4709065"/>
                    <a:pt x="4891841" y="4844225"/>
                    <a:pt x="5085198" y="484422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E65E8AD-ED51-4874-AABA-DDA0C1597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70994" y="210625"/>
              <a:ext cx="5010476" cy="4649438"/>
            </a:xfrm>
            <a:custGeom>
              <a:avLst/>
              <a:gdLst>
                <a:gd name="connsiteX0" fmla="*/ 454193 w 5010476"/>
                <a:gd name="connsiteY0" fmla="*/ 0 h 4649438"/>
                <a:gd name="connsiteX1" fmla="*/ 352085 w 5010476"/>
                <a:gd name="connsiteY1" fmla="*/ 92869 h 4649438"/>
                <a:gd name="connsiteX2" fmla="*/ 242452 w 5010476"/>
                <a:gd name="connsiteY2" fmla="*/ 260414 h 4649438"/>
                <a:gd name="connsiteX3" fmla="*/ 130819 w 5010476"/>
                <a:gd name="connsiteY3" fmla="*/ 535686 h 4649438"/>
                <a:gd name="connsiteX4" fmla="*/ 57000 w 5010476"/>
                <a:gd name="connsiteY4" fmla="*/ 761143 h 4649438"/>
                <a:gd name="connsiteX5" fmla="*/ 3184 w 5010476"/>
                <a:gd name="connsiteY5" fmla="*/ 1140143 h 4649438"/>
                <a:gd name="connsiteX6" fmla="*/ 3184 w 5010476"/>
                <a:gd name="connsiteY6" fmla="*/ 1439704 h 4649438"/>
                <a:gd name="connsiteX7" fmla="*/ 60524 w 5010476"/>
                <a:gd name="connsiteY7" fmla="*/ 1905953 h 4649438"/>
                <a:gd name="connsiteX8" fmla="*/ 213686 w 5010476"/>
                <a:gd name="connsiteY8" fmla="*/ 2269808 h 4649438"/>
                <a:gd name="connsiteX9" fmla="*/ 373325 w 5010476"/>
                <a:gd name="connsiteY9" fmla="*/ 2455926 h 4649438"/>
                <a:gd name="connsiteX10" fmla="*/ 644502 w 5010476"/>
                <a:gd name="connsiteY10" fmla="*/ 2625662 h 4649438"/>
                <a:gd name="connsiteX11" fmla="*/ 902915 w 5010476"/>
                <a:gd name="connsiteY11" fmla="*/ 2697195 h 4649438"/>
                <a:gd name="connsiteX12" fmla="*/ 1224860 w 5010476"/>
                <a:gd name="connsiteY12" fmla="*/ 2719102 h 4649438"/>
                <a:gd name="connsiteX13" fmla="*/ 1430315 w 5010476"/>
                <a:gd name="connsiteY13" fmla="*/ 2731008 h 4649438"/>
                <a:gd name="connsiteX14" fmla="*/ 1652914 w 5010476"/>
                <a:gd name="connsiteY14" fmla="*/ 2852642 h 4649438"/>
                <a:gd name="connsiteX15" fmla="*/ 1739306 w 5010476"/>
                <a:gd name="connsiteY15" fmla="*/ 2985611 h 4649438"/>
                <a:gd name="connsiteX16" fmla="*/ 1848938 w 5010476"/>
                <a:gd name="connsiteY16" fmla="*/ 3155156 h 4649438"/>
                <a:gd name="connsiteX17" fmla="*/ 2015054 w 5010476"/>
                <a:gd name="connsiteY17" fmla="*/ 3294793 h 4649438"/>
                <a:gd name="connsiteX18" fmla="*/ 2231082 w 5010476"/>
                <a:gd name="connsiteY18" fmla="*/ 3336322 h 4649438"/>
                <a:gd name="connsiteX19" fmla="*/ 2427106 w 5010476"/>
                <a:gd name="connsiteY19" fmla="*/ 3278124 h 4649438"/>
                <a:gd name="connsiteX20" fmla="*/ 2531786 w 5010476"/>
                <a:gd name="connsiteY20" fmla="*/ 3151823 h 4649438"/>
                <a:gd name="connsiteX21" fmla="*/ 2520165 w 5010476"/>
                <a:gd name="connsiteY21" fmla="*/ 2907411 h 4649438"/>
                <a:gd name="connsiteX22" fmla="*/ 2481970 w 5010476"/>
                <a:gd name="connsiteY22" fmla="*/ 2648045 h 4649438"/>
                <a:gd name="connsiteX23" fmla="*/ 2458729 w 5010476"/>
                <a:gd name="connsiteY23" fmla="*/ 2513362 h 4649438"/>
                <a:gd name="connsiteX24" fmla="*/ 2458729 w 5010476"/>
                <a:gd name="connsiteY24" fmla="*/ 2408587 h 4649438"/>
                <a:gd name="connsiteX25" fmla="*/ 2581697 w 5010476"/>
                <a:gd name="connsiteY25" fmla="*/ 2310479 h 4649438"/>
                <a:gd name="connsiteX26" fmla="*/ 2762767 w 5010476"/>
                <a:gd name="connsiteY26" fmla="*/ 2325434 h 4649438"/>
                <a:gd name="connsiteX27" fmla="*/ 2872400 w 5010476"/>
                <a:gd name="connsiteY27" fmla="*/ 2410206 h 4649438"/>
                <a:gd name="connsiteX28" fmla="*/ 2925549 w 5010476"/>
                <a:gd name="connsiteY28" fmla="*/ 2637949 h 4649438"/>
                <a:gd name="connsiteX29" fmla="*/ 2820869 w 5010476"/>
                <a:gd name="connsiteY29" fmla="*/ 2968752 h 4649438"/>
                <a:gd name="connsiteX30" fmla="*/ 2789342 w 5010476"/>
                <a:gd name="connsiteY30" fmla="*/ 3194876 h 4649438"/>
                <a:gd name="connsiteX31" fmla="*/ 2889069 w 5010476"/>
                <a:gd name="connsiteY31" fmla="*/ 3447574 h 4649438"/>
                <a:gd name="connsiteX32" fmla="*/ 3070139 w 5010476"/>
                <a:gd name="connsiteY32" fmla="*/ 3783330 h 4649438"/>
                <a:gd name="connsiteX33" fmla="*/ 3181486 w 5010476"/>
                <a:gd name="connsiteY33" fmla="*/ 4014407 h 4649438"/>
                <a:gd name="connsiteX34" fmla="*/ 3351888 w 5010476"/>
                <a:gd name="connsiteY34" fmla="*/ 4312539 h 4649438"/>
                <a:gd name="connsiteX35" fmla="*/ 3512194 w 5010476"/>
                <a:gd name="connsiteY35" fmla="*/ 4504087 h 4649438"/>
                <a:gd name="connsiteX36" fmla="*/ 3670119 w 5010476"/>
                <a:gd name="connsiteY36" fmla="*/ 4595051 h 4649438"/>
                <a:gd name="connsiteX37" fmla="*/ 3909386 w 5010476"/>
                <a:gd name="connsiteY37" fmla="*/ 4623816 h 4649438"/>
                <a:gd name="connsiteX38" fmla="*/ 4136653 w 5010476"/>
                <a:gd name="connsiteY38" fmla="*/ 4623816 h 4649438"/>
                <a:gd name="connsiteX39" fmla="*/ 4435071 w 5010476"/>
                <a:gd name="connsiteY39" fmla="*/ 4599432 h 4649438"/>
                <a:gd name="connsiteX40" fmla="*/ 4562992 w 5010476"/>
                <a:gd name="connsiteY40" fmla="*/ 4599432 h 4649438"/>
                <a:gd name="connsiteX41" fmla="*/ 5010477 w 5010476"/>
                <a:gd name="connsiteY41" fmla="*/ 4649439 h 464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010476" h="4649438">
                  <a:moveTo>
                    <a:pt x="454193" y="0"/>
                  </a:moveTo>
                  <a:cubicBezTo>
                    <a:pt x="448478" y="9811"/>
                    <a:pt x="357800" y="83153"/>
                    <a:pt x="352085" y="92869"/>
                  </a:cubicBezTo>
                  <a:cubicBezTo>
                    <a:pt x="318271" y="150495"/>
                    <a:pt x="275694" y="202597"/>
                    <a:pt x="242452" y="260414"/>
                  </a:cubicBezTo>
                  <a:cubicBezTo>
                    <a:pt x="192922" y="346424"/>
                    <a:pt x="162632" y="441484"/>
                    <a:pt x="130819" y="535686"/>
                  </a:cubicBezTo>
                  <a:cubicBezTo>
                    <a:pt x="105482" y="610648"/>
                    <a:pt x="77574" y="684752"/>
                    <a:pt x="57000" y="761143"/>
                  </a:cubicBezTo>
                  <a:cubicBezTo>
                    <a:pt x="23853" y="884682"/>
                    <a:pt x="8994" y="1012222"/>
                    <a:pt x="3184" y="1140143"/>
                  </a:cubicBezTo>
                  <a:cubicBezTo>
                    <a:pt x="-1388" y="1239964"/>
                    <a:pt x="-721" y="1339882"/>
                    <a:pt x="3184" y="1439704"/>
                  </a:cubicBezTo>
                  <a:cubicBezTo>
                    <a:pt x="9280" y="1596676"/>
                    <a:pt x="22805" y="1753553"/>
                    <a:pt x="60524" y="1905953"/>
                  </a:cubicBezTo>
                  <a:cubicBezTo>
                    <a:pt x="92433" y="2034635"/>
                    <a:pt x="141106" y="2158937"/>
                    <a:pt x="213686" y="2269808"/>
                  </a:cubicBezTo>
                  <a:cubicBezTo>
                    <a:pt x="258644" y="2338483"/>
                    <a:pt x="312080" y="2401253"/>
                    <a:pt x="373325" y="2455926"/>
                  </a:cubicBezTo>
                  <a:cubicBezTo>
                    <a:pt x="453431" y="2527459"/>
                    <a:pt x="545252" y="2584514"/>
                    <a:pt x="644502" y="2625662"/>
                  </a:cubicBezTo>
                  <a:cubicBezTo>
                    <a:pt x="727370" y="2660047"/>
                    <a:pt x="814428" y="2683002"/>
                    <a:pt x="902915" y="2697195"/>
                  </a:cubicBezTo>
                  <a:cubicBezTo>
                    <a:pt x="1009310" y="2714244"/>
                    <a:pt x="1117133" y="2718911"/>
                    <a:pt x="1224860" y="2719102"/>
                  </a:cubicBezTo>
                  <a:cubicBezTo>
                    <a:pt x="1293726" y="2719292"/>
                    <a:pt x="1362878" y="2717673"/>
                    <a:pt x="1430315" y="2731008"/>
                  </a:cubicBezTo>
                  <a:cubicBezTo>
                    <a:pt x="1515563" y="2747867"/>
                    <a:pt x="1595383" y="2787872"/>
                    <a:pt x="1652914" y="2852642"/>
                  </a:cubicBezTo>
                  <a:cubicBezTo>
                    <a:pt x="1688061" y="2892266"/>
                    <a:pt x="1713398" y="2939320"/>
                    <a:pt x="1739306" y="2985611"/>
                  </a:cubicBezTo>
                  <a:cubicBezTo>
                    <a:pt x="1772167" y="3044476"/>
                    <a:pt x="1806743" y="3102578"/>
                    <a:pt x="1848938" y="3155156"/>
                  </a:cubicBezTo>
                  <a:cubicBezTo>
                    <a:pt x="1894754" y="3212306"/>
                    <a:pt x="1949427" y="3262503"/>
                    <a:pt x="2015054" y="3294793"/>
                  </a:cubicBezTo>
                  <a:cubicBezTo>
                    <a:pt x="2081825" y="3327749"/>
                    <a:pt x="2156596" y="3340037"/>
                    <a:pt x="2231082" y="3336322"/>
                  </a:cubicBezTo>
                  <a:cubicBezTo>
                    <a:pt x="2300423" y="3332893"/>
                    <a:pt x="2368813" y="3315557"/>
                    <a:pt x="2427106" y="3278124"/>
                  </a:cubicBezTo>
                  <a:cubicBezTo>
                    <a:pt x="2474541" y="3247644"/>
                    <a:pt x="2513403" y="3204877"/>
                    <a:pt x="2531786" y="3151823"/>
                  </a:cubicBezTo>
                  <a:cubicBezTo>
                    <a:pt x="2558837" y="3073622"/>
                    <a:pt x="2535691" y="2989707"/>
                    <a:pt x="2520165" y="2907411"/>
                  </a:cubicBezTo>
                  <a:cubicBezTo>
                    <a:pt x="2503973" y="2821496"/>
                    <a:pt x="2495781" y="2734342"/>
                    <a:pt x="2481970" y="2648045"/>
                  </a:cubicBezTo>
                  <a:cubicBezTo>
                    <a:pt x="2474731" y="2603087"/>
                    <a:pt x="2466159" y="2558320"/>
                    <a:pt x="2458729" y="2513362"/>
                  </a:cubicBezTo>
                  <a:cubicBezTo>
                    <a:pt x="2452919" y="2478310"/>
                    <a:pt x="2447870" y="2442305"/>
                    <a:pt x="2458729" y="2408587"/>
                  </a:cubicBezTo>
                  <a:cubicBezTo>
                    <a:pt x="2475779" y="2355628"/>
                    <a:pt x="2527119" y="2324481"/>
                    <a:pt x="2581697" y="2310479"/>
                  </a:cubicBezTo>
                  <a:cubicBezTo>
                    <a:pt x="2641990" y="2295049"/>
                    <a:pt x="2705617" y="2300954"/>
                    <a:pt x="2762767" y="2325434"/>
                  </a:cubicBezTo>
                  <a:cubicBezTo>
                    <a:pt x="2806011" y="2343912"/>
                    <a:pt x="2844206" y="2372582"/>
                    <a:pt x="2872400" y="2410206"/>
                  </a:cubicBezTo>
                  <a:cubicBezTo>
                    <a:pt x="2920787" y="2474595"/>
                    <a:pt x="2933931" y="2557463"/>
                    <a:pt x="2925549" y="2637949"/>
                  </a:cubicBezTo>
                  <a:cubicBezTo>
                    <a:pt x="2913548" y="2753392"/>
                    <a:pt x="2857636" y="2858262"/>
                    <a:pt x="2820869" y="2968752"/>
                  </a:cubicBezTo>
                  <a:cubicBezTo>
                    <a:pt x="2796486" y="3041904"/>
                    <a:pt x="2780388" y="3118390"/>
                    <a:pt x="2789342" y="3194876"/>
                  </a:cubicBezTo>
                  <a:cubicBezTo>
                    <a:pt x="2799914" y="3285554"/>
                    <a:pt x="2844587" y="3367373"/>
                    <a:pt x="2889069" y="3447574"/>
                  </a:cubicBezTo>
                  <a:cubicBezTo>
                    <a:pt x="2950695" y="3558826"/>
                    <a:pt x="3013560" y="3669506"/>
                    <a:pt x="3070139" y="3783330"/>
                  </a:cubicBezTo>
                  <a:cubicBezTo>
                    <a:pt x="3108239" y="3859911"/>
                    <a:pt x="3143481" y="3937826"/>
                    <a:pt x="3181486" y="4014407"/>
                  </a:cubicBezTo>
                  <a:cubicBezTo>
                    <a:pt x="3232445" y="4116991"/>
                    <a:pt x="3288452" y="4217099"/>
                    <a:pt x="3351888" y="4312539"/>
                  </a:cubicBezTo>
                  <a:cubicBezTo>
                    <a:pt x="3398180" y="4382262"/>
                    <a:pt x="3448567" y="4449795"/>
                    <a:pt x="3512194" y="4504087"/>
                  </a:cubicBezTo>
                  <a:cubicBezTo>
                    <a:pt x="3558867" y="4543901"/>
                    <a:pt x="3611826" y="4575906"/>
                    <a:pt x="3670119" y="4595051"/>
                  </a:cubicBezTo>
                  <a:cubicBezTo>
                    <a:pt x="3746795" y="4620292"/>
                    <a:pt x="3828519" y="4621911"/>
                    <a:pt x="3909386" y="4623816"/>
                  </a:cubicBezTo>
                  <a:cubicBezTo>
                    <a:pt x="3985205" y="4625531"/>
                    <a:pt x="4061025" y="4627436"/>
                    <a:pt x="4136653" y="4623816"/>
                  </a:cubicBezTo>
                  <a:cubicBezTo>
                    <a:pt x="4236380" y="4619054"/>
                    <a:pt x="4335345" y="4605052"/>
                    <a:pt x="4435071" y="4599432"/>
                  </a:cubicBezTo>
                  <a:cubicBezTo>
                    <a:pt x="4477648" y="4597051"/>
                    <a:pt x="4520415" y="4596194"/>
                    <a:pt x="4562992" y="4599432"/>
                  </a:cubicBezTo>
                  <a:cubicBezTo>
                    <a:pt x="4649765" y="4606005"/>
                    <a:pt x="4925799" y="4629150"/>
                    <a:pt x="5010477" y="464943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8E5C306-3C29-4BD3-97E1-DCA86FF3E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81127" y="220663"/>
              <a:ext cx="4933777" cy="4552473"/>
            </a:xfrm>
            <a:custGeom>
              <a:avLst/>
              <a:gdLst>
                <a:gd name="connsiteX0" fmla="*/ 4933778 w 4933777"/>
                <a:gd name="connsiteY0" fmla="*/ 4552474 h 4552473"/>
                <a:gd name="connsiteX1" fmla="*/ 4020997 w 4933777"/>
                <a:gd name="connsiteY1" fmla="*/ 4493324 h 4552473"/>
                <a:gd name="connsiteX2" fmla="*/ 3777538 w 4933777"/>
                <a:gd name="connsiteY2" fmla="*/ 4468273 h 4552473"/>
                <a:gd name="connsiteX3" fmla="*/ 3411207 w 4933777"/>
                <a:gd name="connsiteY3" fmla="*/ 4277868 h 4552473"/>
                <a:gd name="connsiteX4" fmla="*/ 3215944 w 4933777"/>
                <a:gd name="connsiteY4" fmla="*/ 3958971 h 4552473"/>
                <a:gd name="connsiteX5" fmla="*/ 3056400 w 4933777"/>
                <a:gd name="connsiteY5" fmla="*/ 3618548 h 4552473"/>
                <a:gd name="connsiteX6" fmla="*/ 2963341 w 4933777"/>
                <a:gd name="connsiteY6" fmla="*/ 3314319 h 4552473"/>
                <a:gd name="connsiteX7" fmla="*/ 3029825 w 4933777"/>
                <a:gd name="connsiteY7" fmla="*/ 2870454 h 4552473"/>
                <a:gd name="connsiteX8" fmla="*/ 3094595 w 4933777"/>
                <a:gd name="connsiteY8" fmla="*/ 2449830 h 4552473"/>
                <a:gd name="connsiteX9" fmla="*/ 2979915 w 4933777"/>
                <a:gd name="connsiteY9" fmla="*/ 2245328 h 4552473"/>
                <a:gd name="connsiteX10" fmla="*/ 2843707 w 4933777"/>
                <a:gd name="connsiteY10" fmla="*/ 2162175 h 4552473"/>
                <a:gd name="connsiteX11" fmla="*/ 2529668 w 4933777"/>
                <a:gd name="connsiteY11" fmla="*/ 2080736 h 4552473"/>
                <a:gd name="connsiteX12" fmla="*/ 2336977 w 4933777"/>
                <a:gd name="connsiteY12" fmla="*/ 2125599 h 4552473"/>
                <a:gd name="connsiteX13" fmla="*/ 2044559 w 4933777"/>
                <a:gd name="connsiteY13" fmla="*/ 2271903 h 4552473"/>
                <a:gd name="connsiteX14" fmla="*/ 2007317 w 4933777"/>
                <a:gd name="connsiteY14" fmla="*/ 2312099 h 4552473"/>
                <a:gd name="connsiteX15" fmla="*/ 1999030 w 4933777"/>
                <a:gd name="connsiteY15" fmla="*/ 2371916 h 4552473"/>
                <a:gd name="connsiteX16" fmla="*/ 2129427 w 4933777"/>
                <a:gd name="connsiteY16" fmla="*/ 2502408 h 4552473"/>
                <a:gd name="connsiteX17" fmla="*/ 2226582 w 4933777"/>
                <a:gd name="connsiteY17" fmla="*/ 2627948 h 4552473"/>
                <a:gd name="connsiteX18" fmla="*/ 2273064 w 4933777"/>
                <a:gd name="connsiteY18" fmla="*/ 2782538 h 4552473"/>
                <a:gd name="connsiteX19" fmla="*/ 2203246 w 4933777"/>
                <a:gd name="connsiteY19" fmla="*/ 2993612 h 4552473"/>
                <a:gd name="connsiteX20" fmla="*/ 2115140 w 4933777"/>
                <a:gd name="connsiteY20" fmla="*/ 3048476 h 4552473"/>
                <a:gd name="connsiteX21" fmla="*/ 1952262 w 4933777"/>
                <a:gd name="connsiteY21" fmla="*/ 3025235 h 4552473"/>
                <a:gd name="connsiteX22" fmla="*/ 1801100 w 4933777"/>
                <a:gd name="connsiteY22" fmla="*/ 2888933 h 4552473"/>
                <a:gd name="connsiteX23" fmla="*/ 1722995 w 4933777"/>
                <a:gd name="connsiteY23" fmla="*/ 2689479 h 4552473"/>
                <a:gd name="connsiteX24" fmla="*/ 1653177 w 4933777"/>
                <a:gd name="connsiteY24" fmla="*/ 2574798 h 4552473"/>
                <a:gd name="connsiteX25" fmla="*/ 1500301 w 4933777"/>
                <a:gd name="connsiteY25" fmla="*/ 2531555 h 4552473"/>
                <a:gd name="connsiteX26" fmla="*/ 1364093 w 4933777"/>
                <a:gd name="connsiteY26" fmla="*/ 2583085 h 4552473"/>
                <a:gd name="connsiteX27" fmla="*/ 1191310 w 4933777"/>
                <a:gd name="connsiteY27" fmla="*/ 2618041 h 4552473"/>
                <a:gd name="connsiteX28" fmla="*/ 759351 w 4933777"/>
                <a:gd name="connsiteY28" fmla="*/ 2618041 h 4552473"/>
                <a:gd name="connsiteX29" fmla="*/ 506843 w 4933777"/>
                <a:gd name="connsiteY29" fmla="*/ 2521649 h 4552473"/>
                <a:gd name="connsiteX30" fmla="*/ 290816 w 4933777"/>
                <a:gd name="connsiteY30" fmla="*/ 2343817 h 4552473"/>
                <a:gd name="connsiteX31" fmla="*/ 126320 w 4933777"/>
                <a:gd name="connsiteY31" fmla="*/ 2062925 h 4552473"/>
                <a:gd name="connsiteX32" fmla="*/ 24021 w 4933777"/>
                <a:gd name="connsiteY32" fmla="*/ 1594295 h 4552473"/>
                <a:gd name="connsiteX33" fmla="*/ 1066 w 4933777"/>
                <a:gd name="connsiteY33" fmla="*/ 1140428 h 4552473"/>
                <a:gd name="connsiteX34" fmla="*/ 87172 w 4933777"/>
                <a:gd name="connsiteY34" fmla="*/ 617601 h 4552473"/>
                <a:gd name="connsiteX35" fmla="*/ 256526 w 4933777"/>
                <a:gd name="connsiteY35" fmla="*/ 249936 h 4552473"/>
                <a:gd name="connsiteX36" fmla="*/ 461504 w 4933777"/>
                <a:gd name="connsiteY36" fmla="*/ 0 h 455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933777" h="4552473">
                  <a:moveTo>
                    <a:pt x="4933778" y="4552474"/>
                  </a:moveTo>
                  <a:cubicBezTo>
                    <a:pt x="4747183" y="4533519"/>
                    <a:pt x="4208735" y="4496562"/>
                    <a:pt x="4020997" y="4493324"/>
                  </a:cubicBezTo>
                  <a:cubicBezTo>
                    <a:pt x="3939273" y="4491895"/>
                    <a:pt x="3857548" y="4485323"/>
                    <a:pt x="3777538" y="4468273"/>
                  </a:cubicBezTo>
                  <a:cubicBezTo>
                    <a:pt x="3639807" y="4438936"/>
                    <a:pt x="3509028" y="4378738"/>
                    <a:pt x="3411207" y="4277868"/>
                  </a:cubicBezTo>
                  <a:cubicBezTo>
                    <a:pt x="3323958" y="4187857"/>
                    <a:pt x="3270236" y="4072414"/>
                    <a:pt x="3215944" y="3958971"/>
                  </a:cubicBezTo>
                  <a:cubicBezTo>
                    <a:pt x="3161842" y="3845909"/>
                    <a:pt x="3106407" y="3733419"/>
                    <a:pt x="3056400" y="3618548"/>
                  </a:cubicBezTo>
                  <a:cubicBezTo>
                    <a:pt x="3013728" y="3520631"/>
                    <a:pt x="2975152" y="3420237"/>
                    <a:pt x="2963341" y="3314319"/>
                  </a:cubicBezTo>
                  <a:cubicBezTo>
                    <a:pt x="2946672" y="3164205"/>
                    <a:pt x="2985249" y="3015329"/>
                    <a:pt x="3029825" y="2870454"/>
                  </a:cubicBezTo>
                  <a:cubicBezTo>
                    <a:pt x="3072498" y="2731865"/>
                    <a:pt x="3122790" y="2590895"/>
                    <a:pt x="3094595" y="2449830"/>
                  </a:cubicBezTo>
                  <a:cubicBezTo>
                    <a:pt x="3078879" y="2371154"/>
                    <a:pt x="3040112" y="2298383"/>
                    <a:pt x="2979915" y="2245328"/>
                  </a:cubicBezTo>
                  <a:cubicBezTo>
                    <a:pt x="2939814" y="2209991"/>
                    <a:pt x="2892094" y="2185035"/>
                    <a:pt x="2843707" y="2162175"/>
                  </a:cubicBezTo>
                  <a:cubicBezTo>
                    <a:pt x="2744075" y="2115312"/>
                    <a:pt x="2639110" y="2075212"/>
                    <a:pt x="2529668" y="2080736"/>
                  </a:cubicBezTo>
                  <a:cubicBezTo>
                    <a:pt x="2463469" y="2084070"/>
                    <a:pt x="2399651" y="2103882"/>
                    <a:pt x="2336977" y="2125599"/>
                  </a:cubicBezTo>
                  <a:cubicBezTo>
                    <a:pt x="2233059" y="2161604"/>
                    <a:pt x="2130094" y="2203133"/>
                    <a:pt x="2044559" y="2271903"/>
                  </a:cubicBezTo>
                  <a:cubicBezTo>
                    <a:pt x="2030177" y="2283524"/>
                    <a:pt x="2016175" y="2295906"/>
                    <a:pt x="2007317" y="2312099"/>
                  </a:cubicBezTo>
                  <a:cubicBezTo>
                    <a:pt x="1997315" y="2330291"/>
                    <a:pt x="1994934" y="2351532"/>
                    <a:pt x="1999030" y="2371916"/>
                  </a:cubicBezTo>
                  <a:cubicBezTo>
                    <a:pt x="2011508" y="2434019"/>
                    <a:pt x="2079040" y="2461165"/>
                    <a:pt x="2129427" y="2502408"/>
                  </a:cubicBezTo>
                  <a:cubicBezTo>
                    <a:pt x="2170766" y="2536222"/>
                    <a:pt x="2202103" y="2580418"/>
                    <a:pt x="2226582" y="2627948"/>
                  </a:cubicBezTo>
                  <a:cubicBezTo>
                    <a:pt x="2251538" y="2676335"/>
                    <a:pt x="2269254" y="2728341"/>
                    <a:pt x="2273064" y="2782538"/>
                  </a:cubicBezTo>
                  <a:cubicBezTo>
                    <a:pt x="2278589" y="2859786"/>
                    <a:pt x="2256395" y="2937605"/>
                    <a:pt x="2203246" y="2993612"/>
                  </a:cubicBezTo>
                  <a:cubicBezTo>
                    <a:pt x="2178957" y="3019235"/>
                    <a:pt x="2149144" y="3039047"/>
                    <a:pt x="2115140" y="3048476"/>
                  </a:cubicBezTo>
                  <a:cubicBezTo>
                    <a:pt x="2060752" y="3063526"/>
                    <a:pt x="2003507" y="3049905"/>
                    <a:pt x="1952262" y="3025235"/>
                  </a:cubicBezTo>
                  <a:cubicBezTo>
                    <a:pt x="1889873" y="2995136"/>
                    <a:pt x="1836724" y="2948369"/>
                    <a:pt x="1801100" y="2888933"/>
                  </a:cubicBezTo>
                  <a:cubicBezTo>
                    <a:pt x="1764239" y="2827591"/>
                    <a:pt x="1748237" y="2756630"/>
                    <a:pt x="1722995" y="2689479"/>
                  </a:cubicBezTo>
                  <a:cubicBezTo>
                    <a:pt x="1706993" y="2646903"/>
                    <a:pt x="1686896" y="2605088"/>
                    <a:pt x="1653177" y="2574798"/>
                  </a:cubicBezTo>
                  <a:cubicBezTo>
                    <a:pt x="1611839" y="2537555"/>
                    <a:pt x="1555260" y="2522315"/>
                    <a:pt x="1500301" y="2531555"/>
                  </a:cubicBezTo>
                  <a:cubicBezTo>
                    <a:pt x="1452295" y="2539651"/>
                    <a:pt x="1409718" y="2565749"/>
                    <a:pt x="1364093" y="2583085"/>
                  </a:cubicBezTo>
                  <a:cubicBezTo>
                    <a:pt x="1308944" y="2603945"/>
                    <a:pt x="1249984" y="2611374"/>
                    <a:pt x="1191310" y="2618041"/>
                  </a:cubicBezTo>
                  <a:cubicBezTo>
                    <a:pt x="1047197" y="2634424"/>
                    <a:pt x="901274" y="2646236"/>
                    <a:pt x="759351" y="2618041"/>
                  </a:cubicBezTo>
                  <a:cubicBezTo>
                    <a:pt x="670388" y="2600325"/>
                    <a:pt x="585329" y="2567083"/>
                    <a:pt x="506843" y="2521649"/>
                  </a:cubicBezTo>
                  <a:cubicBezTo>
                    <a:pt x="425595" y="2474595"/>
                    <a:pt x="352253" y="2414778"/>
                    <a:pt x="290816" y="2343817"/>
                  </a:cubicBezTo>
                  <a:cubicBezTo>
                    <a:pt x="219284" y="2261140"/>
                    <a:pt x="165753" y="2164937"/>
                    <a:pt x="126320" y="2062925"/>
                  </a:cubicBezTo>
                  <a:cubicBezTo>
                    <a:pt x="68503" y="1913192"/>
                    <a:pt x="42500" y="1753838"/>
                    <a:pt x="24021" y="1594295"/>
                  </a:cubicBezTo>
                  <a:cubicBezTo>
                    <a:pt x="6590" y="1443609"/>
                    <a:pt x="-3411" y="1292066"/>
                    <a:pt x="1066" y="1140428"/>
                  </a:cubicBezTo>
                  <a:cubicBezTo>
                    <a:pt x="6305" y="962882"/>
                    <a:pt x="31927" y="786289"/>
                    <a:pt x="87172" y="617601"/>
                  </a:cubicBezTo>
                  <a:cubicBezTo>
                    <a:pt x="129272" y="489014"/>
                    <a:pt x="190423" y="367951"/>
                    <a:pt x="256526" y="249936"/>
                  </a:cubicBezTo>
                  <a:cubicBezTo>
                    <a:pt x="281577" y="205645"/>
                    <a:pt x="431786" y="41243"/>
                    <a:pt x="46150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B2BA2F3-A842-4EA4-8CB8-FD66BD1CE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11647" y="267756"/>
              <a:ext cx="4844417" cy="4402074"/>
            </a:xfrm>
            <a:custGeom>
              <a:avLst/>
              <a:gdLst>
                <a:gd name="connsiteX0" fmla="*/ 486254 w 4844417"/>
                <a:gd name="connsiteY0" fmla="*/ 0 h 4402074"/>
                <a:gd name="connsiteX1" fmla="*/ 223364 w 4844417"/>
                <a:gd name="connsiteY1" fmla="*/ 286226 h 4402074"/>
                <a:gd name="connsiteX2" fmla="*/ 67821 w 4844417"/>
                <a:gd name="connsiteY2" fmla="*/ 699135 h 4402074"/>
                <a:gd name="connsiteX3" fmla="*/ 3 w 4844417"/>
                <a:gd name="connsiteY3" fmla="*/ 1273683 h 4402074"/>
                <a:gd name="connsiteX4" fmla="*/ 135543 w 4844417"/>
                <a:gd name="connsiteY4" fmla="*/ 2031683 h 4402074"/>
                <a:gd name="connsiteX5" fmla="*/ 297088 w 4844417"/>
                <a:gd name="connsiteY5" fmla="*/ 2312956 h 4402074"/>
                <a:gd name="connsiteX6" fmla="*/ 582171 w 4844417"/>
                <a:gd name="connsiteY6" fmla="*/ 2518410 h 4402074"/>
                <a:gd name="connsiteX7" fmla="*/ 972982 w 4844417"/>
                <a:gd name="connsiteY7" fmla="*/ 2518410 h 4402074"/>
                <a:gd name="connsiteX8" fmla="*/ 1389700 w 4844417"/>
                <a:gd name="connsiteY8" fmla="*/ 2350484 h 4402074"/>
                <a:gd name="connsiteX9" fmla="*/ 1665544 w 4844417"/>
                <a:gd name="connsiteY9" fmla="*/ 2204180 h 4402074"/>
                <a:gd name="connsiteX10" fmla="*/ 2180656 w 4844417"/>
                <a:gd name="connsiteY10" fmla="*/ 1966436 h 4402074"/>
                <a:gd name="connsiteX11" fmla="*/ 2499649 w 4844417"/>
                <a:gd name="connsiteY11" fmla="*/ 1926527 h 4402074"/>
                <a:gd name="connsiteX12" fmla="*/ 2867695 w 4844417"/>
                <a:gd name="connsiteY12" fmla="*/ 2041303 h 4402074"/>
                <a:gd name="connsiteX13" fmla="*/ 3100295 w 4844417"/>
                <a:gd name="connsiteY13" fmla="*/ 2147602 h 4402074"/>
                <a:gd name="connsiteX14" fmla="*/ 3275174 w 4844417"/>
                <a:gd name="connsiteY14" fmla="*/ 2370582 h 4402074"/>
                <a:gd name="connsiteX15" fmla="*/ 3246123 w 4844417"/>
                <a:gd name="connsiteY15" fmla="*/ 2631948 h 4402074"/>
                <a:gd name="connsiteX16" fmla="*/ 3102581 w 4844417"/>
                <a:gd name="connsiteY16" fmla="*/ 2947892 h 4402074"/>
                <a:gd name="connsiteX17" fmla="*/ 3070958 w 4844417"/>
                <a:gd name="connsiteY17" fmla="*/ 3462052 h 4402074"/>
                <a:gd name="connsiteX18" fmla="*/ 3194402 w 4844417"/>
                <a:gd name="connsiteY18" fmla="*/ 3792379 h 4402074"/>
                <a:gd name="connsiteX19" fmla="*/ 3329371 w 4844417"/>
                <a:gd name="connsiteY19" fmla="*/ 4048030 h 4402074"/>
                <a:gd name="connsiteX20" fmla="*/ 3539017 w 4844417"/>
                <a:gd name="connsiteY20" fmla="*/ 4257771 h 4402074"/>
                <a:gd name="connsiteX21" fmla="*/ 3911254 w 4844417"/>
                <a:gd name="connsiteY21" fmla="*/ 4353592 h 4402074"/>
                <a:gd name="connsiteX22" fmla="*/ 4272632 w 4844417"/>
                <a:gd name="connsiteY22" fmla="*/ 4353592 h 4402074"/>
                <a:gd name="connsiteX23" fmla="*/ 4528760 w 4844417"/>
                <a:gd name="connsiteY23" fmla="*/ 4368832 h 4402074"/>
                <a:gd name="connsiteX24" fmla="*/ 4844418 w 4844417"/>
                <a:gd name="connsiteY24" fmla="*/ 4402074 h 4402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44417" h="4402074">
                  <a:moveTo>
                    <a:pt x="486254" y="0"/>
                  </a:moveTo>
                  <a:cubicBezTo>
                    <a:pt x="486254" y="0"/>
                    <a:pt x="289182" y="178689"/>
                    <a:pt x="223364" y="286226"/>
                  </a:cubicBezTo>
                  <a:cubicBezTo>
                    <a:pt x="146116" y="412337"/>
                    <a:pt x="101825" y="555022"/>
                    <a:pt x="67821" y="699135"/>
                  </a:cubicBezTo>
                  <a:cubicBezTo>
                    <a:pt x="23434" y="887540"/>
                    <a:pt x="289" y="1080135"/>
                    <a:pt x="3" y="1273683"/>
                  </a:cubicBezTo>
                  <a:cubicBezTo>
                    <a:pt x="-378" y="1532668"/>
                    <a:pt x="38865" y="1791748"/>
                    <a:pt x="135543" y="2031683"/>
                  </a:cubicBezTo>
                  <a:cubicBezTo>
                    <a:pt x="176215" y="2132648"/>
                    <a:pt x="227650" y="2229231"/>
                    <a:pt x="297088" y="2312956"/>
                  </a:cubicBezTo>
                  <a:cubicBezTo>
                    <a:pt x="373383" y="2404967"/>
                    <a:pt x="469014" y="2480882"/>
                    <a:pt x="582171" y="2518410"/>
                  </a:cubicBezTo>
                  <a:cubicBezTo>
                    <a:pt x="708091" y="2560130"/>
                    <a:pt x="843727" y="2550605"/>
                    <a:pt x="972982" y="2518410"/>
                  </a:cubicBezTo>
                  <a:cubicBezTo>
                    <a:pt x="1118714" y="2482120"/>
                    <a:pt x="1255874" y="2419160"/>
                    <a:pt x="1389700" y="2350484"/>
                  </a:cubicBezTo>
                  <a:cubicBezTo>
                    <a:pt x="1482283" y="2302955"/>
                    <a:pt x="1574104" y="2253996"/>
                    <a:pt x="1665544" y="2204180"/>
                  </a:cubicBezTo>
                  <a:cubicBezTo>
                    <a:pt x="1832137" y="2113407"/>
                    <a:pt x="1999586" y="2022348"/>
                    <a:pt x="2180656" y="1966436"/>
                  </a:cubicBezTo>
                  <a:cubicBezTo>
                    <a:pt x="2284288" y="1934432"/>
                    <a:pt x="2392016" y="1915478"/>
                    <a:pt x="2499649" y="1926527"/>
                  </a:cubicBezTo>
                  <a:cubicBezTo>
                    <a:pt x="2627950" y="1939671"/>
                    <a:pt x="2747108" y="1994535"/>
                    <a:pt x="2867695" y="2041303"/>
                  </a:cubicBezTo>
                  <a:cubicBezTo>
                    <a:pt x="2947514" y="2072259"/>
                    <a:pt x="3028667" y="2100929"/>
                    <a:pt x="3100295" y="2147602"/>
                  </a:cubicBezTo>
                  <a:cubicBezTo>
                    <a:pt x="3182401" y="2201037"/>
                    <a:pt x="3250980" y="2276189"/>
                    <a:pt x="3275174" y="2370582"/>
                  </a:cubicBezTo>
                  <a:cubicBezTo>
                    <a:pt x="3297367" y="2457450"/>
                    <a:pt x="3278508" y="2547747"/>
                    <a:pt x="3246123" y="2631948"/>
                  </a:cubicBezTo>
                  <a:cubicBezTo>
                    <a:pt x="3204403" y="2740057"/>
                    <a:pt x="3142872" y="2839307"/>
                    <a:pt x="3102581" y="2947892"/>
                  </a:cubicBezTo>
                  <a:cubicBezTo>
                    <a:pt x="3041621" y="3112103"/>
                    <a:pt x="3032668" y="3291173"/>
                    <a:pt x="3070958" y="3462052"/>
                  </a:cubicBezTo>
                  <a:cubicBezTo>
                    <a:pt x="3096771" y="3577019"/>
                    <a:pt x="3145063" y="3685223"/>
                    <a:pt x="3194402" y="3792379"/>
                  </a:cubicBezTo>
                  <a:cubicBezTo>
                    <a:pt x="3234788" y="3880104"/>
                    <a:pt x="3276127" y="3967639"/>
                    <a:pt x="3329371" y="4048030"/>
                  </a:cubicBezTo>
                  <a:cubicBezTo>
                    <a:pt x="3384712" y="4131564"/>
                    <a:pt x="3453196" y="4206335"/>
                    <a:pt x="3539017" y="4257771"/>
                  </a:cubicBezTo>
                  <a:cubicBezTo>
                    <a:pt x="3650364" y="4324541"/>
                    <a:pt x="3781142" y="4346924"/>
                    <a:pt x="3911254" y="4353592"/>
                  </a:cubicBezTo>
                  <a:cubicBezTo>
                    <a:pt x="4031554" y="4359783"/>
                    <a:pt x="4152141" y="4351878"/>
                    <a:pt x="4272632" y="4353592"/>
                  </a:cubicBezTo>
                  <a:cubicBezTo>
                    <a:pt x="4358167" y="4354830"/>
                    <a:pt x="4443511" y="4361593"/>
                    <a:pt x="4528760" y="4368832"/>
                  </a:cubicBezTo>
                  <a:cubicBezTo>
                    <a:pt x="4634201" y="4377785"/>
                    <a:pt x="4739738" y="4386644"/>
                    <a:pt x="4844418" y="4402074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1968F54-9FAB-433B-B990-0552F58E0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22281" y="1625540"/>
              <a:ext cx="3915933" cy="2452322"/>
            </a:xfrm>
            <a:custGeom>
              <a:avLst/>
              <a:gdLst>
                <a:gd name="connsiteX0" fmla="*/ 540651 w 3915933"/>
                <a:gd name="connsiteY0" fmla="*/ 0 h 2452322"/>
                <a:gd name="connsiteX1" fmla="*/ 235470 w 3915933"/>
                <a:gd name="connsiteY1" fmla="*/ 274320 h 2452322"/>
                <a:gd name="connsiteX2" fmla="*/ 103929 w 3915933"/>
                <a:gd name="connsiteY2" fmla="*/ 537496 h 2452322"/>
                <a:gd name="connsiteX3" fmla="*/ 2869 w 3915933"/>
                <a:gd name="connsiteY3" fmla="*/ 998792 h 2452322"/>
                <a:gd name="connsiteX4" fmla="*/ 59638 w 3915933"/>
                <a:gd name="connsiteY4" fmla="*/ 1582007 h 2452322"/>
                <a:gd name="connsiteX5" fmla="*/ 139934 w 3915933"/>
                <a:gd name="connsiteY5" fmla="*/ 1897856 h 2452322"/>
                <a:gd name="connsiteX6" fmla="*/ 258996 w 3915933"/>
                <a:gd name="connsiteY6" fmla="*/ 2195703 h 2452322"/>
                <a:gd name="connsiteX7" fmla="*/ 495788 w 3915933"/>
                <a:gd name="connsiteY7" fmla="*/ 2417350 h 2452322"/>
                <a:gd name="connsiteX8" fmla="*/ 627328 w 3915933"/>
                <a:gd name="connsiteY8" fmla="*/ 2450592 h 2452322"/>
                <a:gd name="connsiteX9" fmla="*/ 1170063 w 3915933"/>
                <a:gd name="connsiteY9" fmla="*/ 2249710 h 2452322"/>
                <a:gd name="connsiteX10" fmla="*/ 1352847 w 3915933"/>
                <a:gd name="connsiteY10" fmla="*/ 2102834 h 2452322"/>
                <a:gd name="connsiteX11" fmla="*/ 1978735 w 3915933"/>
                <a:gd name="connsiteY11" fmla="*/ 1834134 h 2452322"/>
                <a:gd name="connsiteX12" fmla="*/ 2306872 w 3915933"/>
                <a:gd name="connsiteY12" fmla="*/ 1789843 h 2452322"/>
                <a:gd name="connsiteX13" fmla="*/ 2731972 w 3915933"/>
                <a:gd name="connsiteY13" fmla="*/ 1870234 h 2452322"/>
                <a:gd name="connsiteX14" fmla="*/ 3172313 w 3915933"/>
                <a:gd name="connsiteY14" fmla="*/ 2021205 h 2452322"/>
                <a:gd name="connsiteX15" fmla="*/ 3573887 w 3915933"/>
                <a:gd name="connsiteY15" fmla="*/ 2010156 h 2452322"/>
                <a:gd name="connsiteX16" fmla="*/ 3860494 w 3915933"/>
                <a:gd name="connsiteY16" fmla="*/ 1867472 h 2452322"/>
                <a:gd name="connsiteX17" fmla="*/ 3913072 w 3915933"/>
                <a:gd name="connsiteY17" fmla="*/ 1652778 h 2452322"/>
                <a:gd name="connsiteX18" fmla="*/ 3681805 w 3915933"/>
                <a:gd name="connsiteY18" fmla="*/ 1295400 h 2452322"/>
                <a:gd name="connsiteX19" fmla="*/ 3029533 w 3915933"/>
                <a:gd name="connsiteY19" fmla="*/ 812197 h 2452322"/>
                <a:gd name="connsiteX20" fmla="*/ 2789789 w 3915933"/>
                <a:gd name="connsiteY20" fmla="*/ 668941 h 2452322"/>
                <a:gd name="connsiteX21" fmla="*/ 2510135 w 3915933"/>
                <a:gd name="connsiteY21" fmla="*/ 498539 h 2452322"/>
                <a:gd name="connsiteX22" fmla="*/ 2281630 w 3915933"/>
                <a:gd name="connsiteY22" fmla="*/ 355854 h 2452322"/>
                <a:gd name="connsiteX23" fmla="*/ 2002357 w 3915933"/>
                <a:gd name="connsiteY23" fmla="*/ 161544 h 2452322"/>
                <a:gd name="connsiteX24" fmla="*/ 1726037 w 3915933"/>
                <a:gd name="connsiteY24" fmla="*/ 0 h 2452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15933" h="2452322">
                  <a:moveTo>
                    <a:pt x="540651" y="0"/>
                  </a:moveTo>
                  <a:cubicBezTo>
                    <a:pt x="540651" y="0"/>
                    <a:pt x="298906" y="176213"/>
                    <a:pt x="235470" y="274320"/>
                  </a:cubicBezTo>
                  <a:cubicBezTo>
                    <a:pt x="182130" y="356997"/>
                    <a:pt x="139172" y="445675"/>
                    <a:pt x="103929" y="537496"/>
                  </a:cubicBezTo>
                  <a:cubicBezTo>
                    <a:pt x="47160" y="685324"/>
                    <a:pt x="12585" y="840772"/>
                    <a:pt x="2869" y="998792"/>
                  </a:cubicBezTo>
                  <a:cubicBezTo>
                    <a:pt x="-9228" y="1194530"/>
                    <a:pt x="18300" y="1390079"/>
                    <a:pt x="59638" y="1582007"/>
                  </a:cubicBezTo>
                  <a:cubicBezTo>
                    <a:pt x="82498" y="1688211"/>
                    <a:pt x="110121" y="1793367"/>
                    <a:pt x="139934" y="1897856"/>
                  </a:cubicBezTo>
                  <a:cubicBezTo>
                    <a:pt x="169461" y="2001393"/>
                    <a:pt x="202894" y="2104073"/>
                    <a:pt x="258996" y="2195703"/>
                  </a:cubicBezTo>
                  <a:cubicBezTo>
                    <a:pt x="316623" y="2289810"/>
                    <a:pt x="395585" y="2371725"/>
                    <a:pt x="495788" y="2417350"/>
                  </a:cubicBezTo>
                  <a:cubicBezTo>
                    <a:pt x="537317" y="2436305"/>
                    <a:pt x="581799" y="2446973"/>
                    <a:pt x="627328" y="2450592"/>
                  </a:cubicBezTo>
                  <a:cubicBezTo>
                    <a:pt x="824686" y="2466404"/>
                    <a:pt x="1012233" y="2371820"/>
                    <a:pt x="1170063" y="2249710"/>
                  </a:cubicBezTo>
                  <a:cubicBezTo>
                    <a:pt x="1231975" y="2201894"/>
                    <a:pt x="1290554" y="2150174"/>
                    <a:pt x="1352847" y="2102834"/>
                  </a:cubicBezTo>
                  <a:cubicBezTo>
                    <a:pt x="1535346" y="1964246"/>
                    <a:pt x="1755564" y="1887760"/>
                    <a:pt x="1978735" y="1834134"/>
                  </a:cubicBezTo>
                  <a:cubicBezTo>
                    <a:pt x="2086558" y="1808226"/>
                    <a:pt x="2196096" y="1789462"/>
                    <a:pt x="2306872" y="1789843"/>
                  </a:cubicBezTo>
                  <a:cubicBezTo>
                    <a:pt x="2451842" y="1790319"/>
                    <a:pt x="2594812" y="1822514"/>
                    <a:pt x="2731972" y="1870234"/>
                  </a:cubicBezTo>
                  <a:cubicBezTo>
                    <a:pt x="2879038" y="1921383"/>
                    <a:pt x="3019627" y="1991963"/>
                    <a:pt x="3172313" y="2021205"/>
                  </a:cubicBezTo>
                  <a:cubicBezTo>
                    <a:pt x="3305091" y="2046732"/>
                    <a:pt x="3441204" y="2037017"/>
                    <a:pt x="3573887" y="2010156"/>
                  </a:cubicBezTo>
                  <a:cubicBezTo>
                    <a:pt x="3682567" y="1988153"/>
                    <a:pt x="3793724" y="1954435"/>
                    <a:pt x="3860494" y="1867472"/>
                  </a:cubicBezTo>
                  <a:cubicBezTo>
                    <a:pt x="3907167" y="1806607"/>
                    <a:pt x="3923073" y="1728978"/>
                    <a:pt x="3913072" y="1652778"/>
                  </a:cubicBezTo>
                  <a:cubicBezTo>
                    <a:pt x="3894118" y="1508570"/>
                    <a:pt x="3788866" y="1396079"/>
                    <a:pt x="3681805" y="1295400"/>
                  </a:cubicBezTo>
                  <a:cubicBezTo>
                    <a:pt x="3484162" y="1109472"/>
                    <a:pt x="3261277" y="953548"/>
                    <a:pt x="3029533" y="812197"/>
                  </a:cubicBezTo>
                  <a:cubicBezTo>
                    <a:pt x="2949999" y="763715"/>
                    <a:pt x="2869704" y="716661"/>
                    <a:pt x="2789789" y="668941"/>
                  </a:cubicBezTo>
                  <a:cubicBezTo>
                    <a:pt x="2696063" y="612934"/>
                    <a:pt x="2603289" y="555403"/>
                    <a:pt x="2510135" y="498539"/>
                  </a:cubicBezTo>
                  <a:cubicBezTo>
                    <a:pt x="2433459" y="451771"/>
                    <a:pt x="2356592" y="405384"/>
                    <a:pt x="2281630" y="355854"/>
                  </a:cubicBezTo>
                  <a:cubicBezTo>
                    <a:pt x="2187047" y="293370"/>
                    <a:pt x="2095988" y="225457"/>
                    <a:pt x="2002357" y="161544"/>
                  </a:cubicBezTo>
                  <a:cubicBezTo>
                    <a:pt x="1892439" y="86487"/>
                    <a:pt x="1726037" y="0"/>
                    <a:pt x="1726037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890D7E4-2E90-4189-AA14-2693B94739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D53848D-8416-4C24-A2D1-CB2D5EF4B1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5C6ABEA-3701-4591-9F7A-DF96C707B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0" y="51153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8BABF3D0-6D14-430A-8648-AA359FF6D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50974" y="2432177"/>
              <a:ext cx="2567851" cy="1647045"/>
            </a:xfrm>
            <a:custGeom>
              <a:avLst/>
              <a:gdLst>
                <a:gd name="connsiteX0" fmla="*/ 630083 w 2567851"/>
                <a:gd name="connsiteY0" fmla="*/ 95 h 1647045"/>
                <a:gd name="connsiteX1" fmla="*/ 124686 w 2567851"/>
                <a:gd name="connsiteY1" fmla="*/ 410718 h 1647045"/>
                <a:gd name="connsiteX2" fmla="*/ 26674 w 2567851"/>
                <a:gd name="connsiteY2" fmla="*/ 689991 h 1647045"/>
                <a:gd name="connsiteX3" fmla="*/ 1718 w 2567851"/>
                <a:gd name="connsiteY3" fmla="*/ 974217 h 1647045"/>
                <a:gd name="connsiteX4" fmla="*/ 56582 w 2567851"/>
                <a:gd name="connsiteY4" fmla="*/ 1208627 h 1647045"/>
                <a:gd name="connsiteX5" fmla="*/ 212792 w 2567851"/>
                <a:gd name="connsiteY5" fmla="*/ 1443038 h 1647045"/>
                <a:gd name="connsiteX6" fmla="*/ 385576 w 2567851"/>
                <a:gd name="connsiteY6" fmla="*/ 1590961 h 1647045"/>
                <a:gd name="connsiteX7" fmla="*/ 528451 w 2567851"/>
                <a:gd name="connsiteY7" fmla="*/ 1645825 h 1647045"/>
                <a:gd name="connsiteX8" fmla="*/ 739430 w 2567851"/>
                <a:gd name="connsiteY8" fmla="*/ 1604296 h 1647045"/>
                <a:gd name="connsiteX9" fmla="*/ 1023560 w 2567851"/>
                <a:gd name="connsiteY9" fmla="*/ 1517809 h 1647045"/>
                <a:gd name="connsiteX10" fmla="*/ 1384082 w 2567851"/>
                <a:gd name="connsiteY10" fmla="*/ 1394841 h 1647045"/>
                <a:gd name="connsiteX11" fmla="*/ 1872619 w 2567851"/>
                <a:gd name="connsiteY11" fmla="*/ 1318355 h 1647045"/>
                <a:gd name="connsiteX12" fmla="*/ 2169989 w 2567851"/>
                <a:gd name="connsiteY12" fmla="*/ 1359884 h 1647045"/>
                <a:gd name="connsiteX13" fmla="*/ 2331152 w 2567851"/>
                <a:gd name="connsiteY13" fmla="*/ 1359884 h 1647045"/>
                <a:gd name="connsiteX14" fmla="*/ 2500602 w 2567851"/>
                <a:gd name="connsiteY14" fmla="*/ 1351598 h 1647045"/>
                <a:gd name="connsiteX15" fmla="*/ 2557085 w 2567851"/>
                <a:gd name="connsiteY15" fmla="*/ 1316641 h 1647045"/>
                <a:gd name="connsiteX16" fmla="*/ 2533844 w 2567851"/>
                <a:gd name="connsiteY16" fmla="*/ 1195292 h 1647045"/>
                <a:gd name="connsiteX17" fmla="*/ 2312864 w 2567851"/>
                <a:gd name="connsiteY17" fmla="*/ 1005745 h 1647045"/>
                <a:gd name="connsiteX18" fmla="*/ 1980537 w 2567851"/>
                <a:gd name="connsiteY18" fmla="*/ 763048 h 1647045"/>
                <a:gd name="connsiteX19" fmla="*/ 1706408 w 2567851"/>
                <a:gd name="connsiteY19" fmla="*/ 548640 h 1647045"/>
                <a:gd name="connsiteX20" fmla="*/ 1422372 w 2567851"/>
                <a:gd name="connsiteY20" fmla="*/ 328803 h 1647045"/>
                <a:gd name="connsiteX21" fmla="*/ 960695 w 2567851"/>
                <a:gd name="connsiteY21" fmla="*/ 0 h 164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67851" h="1647045">
                  <a:moveTo>
                    <a:pt x="630083" y="95"/>
                  </a:moveTo>
                  <a:cubicBezTo>
                    <a:pt x="431201" y="60008"/>
                    <a:pt x="185837" y="291751"/>
                    <a:pt x="124686" y="410718"/>
                  </a:cubicBezTo>
                  <a:cubicBezTo>
                    <a:pt x="79442" y="498920"/>
                    <a:pt x="47438" y="593027"/>
                    <a:pt x="26674" y="689991"/>
                  </a:cubicBezTo>
                  <a:cubicBezTo>
                    <a:pt x="6576" y="783431"/>
                    <a:pt x="-4473" y="878967"/>
                    <a:pt x="1718" y="974217"/>
                  </a:cubicBezTo>
                  <a:cubicBezTo>
                    <a:pt x="7052" y="1054894"/>
                    <a:pt x="24674" y="1134332"/>
                    <a:pt x="56582" y="1208627"/>
                  </a:cubicBezTo>
                  <a:cubicBezTo>
                    <a:pt x="93825" y="1295495"/>
                    <a:pt x="148975" y="1373219"/>
                    <a:pt x="212792" y="1443038"/>
                  </a:cubicBezTo>
                  <a:cubicBezTo>
                    <a:pt x="264227" y="1499330"/>
                    <a:pt x="320996" y="1550575"/>
                    <a:pt x="385576" y="1590961"/>
                  </a:cubicBezTo>
                  <a:cubicBezTo>
                    <a:pt x="429486" y="1618393"/>
                    <a:pt x="477111" y="1640681"/>
                    <a:pt x="528451" y="1645825"/>
                  </a:cubicBezTo>
                  <a:cubicBezTo>
                    <a:pt x="600460" y="1653064"/>
                    <a:pt x="670278" y="1626680"/>
                    <a:pt x="739430" y="1604296"/>
                  </a:cubicBezTo>
                  <a:cubicBezTo>
                    <a:pt x="833632" y="1573721"/>
                    <a:pt x="929453" y="1548479"/>
                    <a:pt x="1023560" y="1517809"/>
                  </a:cubicBezTo>
                  <a:cubicBezTo>
                    <a:pt x="1144337" y="1478471"/>
                    <a:pt x="1262924" y="1432846"/>
                    <a:pt x="1384082" y="1394841"/>
                  </a:cubicBezTo>
                  <a:cubicBezTo>
                    <a:pt x="1542959" y="1345025"/>
                    <a:pt x="1707074" y="1305497"/>
                    <a:pt x="1872619" y="1318355"/>
                  </a:cubicBezTo>
                  <a:cubicBezTo>
                    <a:pt x="1972536" y="1326071"/>
                    <a:pt x="2070072" y="1353312"/>
                    <a:pt x="2169989" y="1359884"/>
                  </a:cubicBezTo>
                  <a:cubicBezTo>
                    <a:pt x="2223615" y="1363409"/>
                    <a:pt x="2277431" y="1359503"/>
                    <a:pt x="2331152" y="1359884"/>
                  </a:cubicBezTo>
                  <a:cubicBezTo>
                    <a:pt x="2388112" y="1360265"/>
                    <a:pt x="2445738" y="1366076"/>
                    <a:pt x="2500602" y="1351598"/>
                  </a:cubicBezTo>
                  <a:cubicBezTo>
                    <a:pt x="2522986" y="1345692"/>
                    <a:pt x="2544322" y="1335691"/>
                    <a:pt x="2557085" y="1316641"/>
                  </a:cubicBezTo>
                  <a:cubicBezTo>
                    <a:pt x="2581850" y="1279874"/>
                    <a:pt x="2559562" y="1233202"/>
                    <a:pt x="2533844" y="1195292"/>
                  </a:cubicBezTo>
                  <a:cubicBezTo>
                    <a:pt x="2478790" y="1114330"/>
                    <a:pt x="2394208" y="1060990"/>
                    <a:pt x="2312864" y="1005745"/>
                  </a:cubicBezTo>
                  <a:cubicBezTo>
                    <a:pt x="2199326" y="928688"/>
                    <a:pt x="2089027" y="847058"/>
                    <a:pt x="1980537" y="763048"/>
                  </a:cubicBezTo>
                  <a:cubicBezTo>
                    <a:pt x="1888811" y="691991"/>
                    <a:pt x="1796514" y="621697"/>
                    <a:pt x="1706408" y="548640"/>
                  </a:cubicBezTo>
                  <a:cubicBezTo>
                    <a:pt x="1554865" y="425672"/>
                    <a:pt x="1572105" y="453866"/>
                    <a:pt x="1422372" y="328803"/>
                  </a:cubicBezTo>
                  <a:cubicBezTo>
                    <a:pt x="1381224" y="294418"/>
                    <a:pt x="1009749" y="21146"/>
                    <a:pt x="96069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C04F5C9-F7C6-4B5D-AA5A-252D9DDBA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205503" y="1886195"/>
              <a:ext cx="1676495" cy="1223010"/>
            </a:xfrm>
            <a:custGeom>
              <a:avLst/>
              <a:gdLst>
                <a:gd name="connsiteX0" fmla="*/ 1676495 w 1676495"/>
                <a:gd name="connsiteY0" fmla="*/ 1223010 h 1223010"/>
                <a:gd name="connsiteX1" fmla="*/ 1421702 w 1676495"/>
                <a:gd name="connsiteY1" fmla="*/ 1000697 h 1223010"/>
                <a:gd name="connsiteX2" fmla="*/ 1024604 w 1676495"/>
                <a:gd name="connsiteY2" fmla="*/ 744665 h 1223010"/>
                <a:gd name="connsiteX3" fmla="*/ 444722 w 1676495"/>
                <a:gd name="connsiteY3" fmla="*/ 345758 h 1223010"/>
                <a:gd name="connsiteX4" fmla="*/ 0 w 1676495"/>
                <a:gd name="connsiteY4" fmla="*/ 0 h 122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010">
                  <a:moveTo>
                    <a:pt x="1676495" y="1223010"/>
                  </a:moveTo>
                  <a:cubicBezTo>
                    <a:pt x="1603724" y="1136428"/>
                    <a:pt x="1514094" y="1066229"/>
                    <a:pt x="1421702" y="1000697"/>
                  </a:cubicBezTo>
                  <a:cubicBezTo>
                    <a:pt x="1293209" y="909638"/>
                    <a:pt x="1158526" y="827627"/>
                    <a:pt x="1024604" y="744665"/>
                  </a:cubicBezTo>
                  <a:cubicBezTo>
                    <a:pt x="824770" y="620935"/>
                    <a:pt x="623792" y="497681"/>
                    <a:pt x="444722" y="345758"/>
                  </a:cubicBezTo>
                  <a:cubicBezTo>
                    <a:pt x="330517" y="248888"/>
                    <a:pt x="135731" y="61722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337B922-7D88-47CA-A9FD-0841B373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472196" y="2084568"/>
              <a:ext cx="3028800" cy="2065359"/>
            </a:xfrm>
            <a:custGeom>
              <a:avLst/>
              <a:gdLst>
                <a:gd name="connsiteX0" fmla="*/ 525127 w 3028800"/>
                <a:gd name="connsiteY0" fmla="*/ 0 h 2065359"/>
                <a:gd name="connsiteX1" fmla="*/ 256141 w 3028800"/>
                <a:gd name="connsiteY1" fmla="*/ 229648 h 2065359"/>
                <a:gd name="connsiteX2" fmla="*/ 115552 w 3028800"/>
                <a:gd name="connsiteY2" fmla="*/ 438531 h 2065359"/>
                <a:gd name="connsiteX3" fmla="*/ 29446 w 3028800"/>
                <a:gd name="connsiteY3" fmla="*/ 723424 h 2065359"/>
                <a:gd name="connsiteX4" fmla="*/ 776 w 3028800"/>
                <a:gd name="connsiteY4" fmla="*/ 1034606 h 2065359"/>
                <a:gd name="connsiteX5" fmla="*/ 48592 w 3028800"/>
                <a:gd name="connsiteY5" fmla="*/ 1288352 h 2065359"/>
                <a:gd name="connsiteX6" fmla="*/ 146699 w 3028800"/>
                <a:gd name="connsiteY6" fmla="*/ 1496568 h 2065359"/>
                <a:gd name="connsiteX7" fmla="*/ 254332 w 3028800"/>
                <a:gd name="connsiteY7" fmla="*/ 1721549 h 2065359"/>
                <a:gd name="connsiteX8" fmla="*/ 338056 w 3028800"/>
                <a:gd name="connsiteY8" fmla="*/ 1905857 h 2065359"/>
                <a:gd name="connsiteX9" fmla="*/ 407398 w 3028800"/>
                <a:gd name="connsiteY9" fmla="*/ 2008823 h 2065359"/>
                <a:gd name="connsiteX10" fmla="*/ 476740 w 3028800"/>
                <a:gd name="connsiteY10" fmla="*/ 2059114 h 2065359"/>
                <a:gd name="connsiteX11" fmla="*/ 596374 w 3028800"/>
                <a:gd name="connsiteY11" fmla="*/ 2047113 h 2065359"/>
                <a:gd name="connsiteX12" fmla="*/ 804496 w 3028800"/>
                <a:gd name="connsiteY12" fmla="*/ 1903476 h 2065359"/>
                <a:gd name="connsiteX13" fmla="*/ 1084435 w 3028800"/>
                <a:gd name="connsiteY13" fmla="*/ 1721549 h 2065359"/>
                <a:gd name="connsiteX14" fmla="*/ 1369138 w 3028800"/>
                <a:gd name="connsiteY14" fmla="*/ 1611439 h 2065359"/>
                <a:gd name="connsiteX15" fmla="*/ 1603643 w 3028800"/>
                <a:gd name="connsiteY15" fmla="*/ 1554004 h 2065359"/>
                <a:gd name="connsiteX16" fmla="*/ 1897966 w 3028800"/>
                <a:gd name="connsiteY16" fmla="*/ 1498949 h 2065359"/>
                <a:gd name="connsiteX17" fmla="*/ 2146759 w 3028800"/>
                <a:gd name="connsiteY17" fmla="*/ 1513332 h 2065359"/>
                <a:gd name="connsiteX18" fmla="*/ 2292682 w 3028800"/>
                <a:gd name="connsiteY18" fmla="*/ 1537240 h 2065359"/>
                <a:gd name="connsiteX19" fmla="*/ 2584623 w 3028800"/>
                <a:gd name="connsiteY19" fmla="*/ 1594676 h 2065359"/>
                <a:gd name="connsiteX20" fmla="*/ 2795126 w 3028800"/>
                <a:gd name="connsiteY20" fmla="*/ 1620964 h 2065359"/>
                <a:gd name="connsiteX21" fmla="*/ 2972005 w 3028800"/>
                <a:gd name="connsiteY21" fmla="*/ 1234631 h 20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28800" h="2065359">
                  <a:moveTo>
                    <a:pt x="525127" y="0"/>
                  </a:moveTo>
                  <a:cubicBezTo>
                    <a:pt x="525127" y="0"/>
                    <a:pt x="307386" y="172212"/>
                    <a:pt x="256141" y="229648"/>
                  </a:cubicBezTo>
                  <a:cubicBezTo>
                    <a:pt x="199944" y="292608"/>
                    <a:pt x="151843" y="362331"/>
                    <a:pt x="115552" y="438531"/>
                  </a:cubicBezTo>
                  <a:cubicBezTo>
                    <a:pt x="72785" y="528447"/>
                    <a:pt x="48115" y="625507"/>
                    <a:pt x="29446" y="723424"/>
                  </a:cubicBezTo>
                  <a:cubicBezTo>
                    <a:pt x="9825" y="826103"/>
                    <a:pt x="-3415" y="930212"/>
                    <a:pt x="776" y="1034606"/>
                  </a:cubicBezTo>
                  <a:cubicBezTo>
                    <a:pt x="4205" y="1121093"/>
                    <a:pt x="19159" y="1206913"/>
                    <a:pt x="48592" y="1288352"/>
                  </a:cubicBezTo>
                  <a:cubicBezTo>
                    <a:pt x="74785" y="1360551"/>
                    <a:pt x="111457" y="1428274"/>
                    <a:pt x="146699" y="1496568"/>
                  </a:cubicBezTo>
                  <a:cubicBezTo>
                    <a:pt x="184894" y="1570482"/>
                    <a:pt x="221185" y="1645349"/>
                    <a:pt x="254332" y="1721549"/>
                  </a:cubicBezTo>
                  <a:cubicBezTo>
                    <a:pt x="281287" y="1783461"/>
                    <a:pt x="306433" y="1846231"/>
                    <a:pt x="338056" y="1905857"/>
                  </a:cubicBezTo>
                  <a:cubicBezTo>
                    <a:pt x="357583" y="1942529"/>
                    <a:pt x="379776" y="1977866"/>
                    <a:pt x="407398" y="2008823"/>
                  </a:cubicBezTo>
                  <a:cubicBezTo>
                    <a:pt x="426829" y="2030539"/>
                    <a:pt x="449308" y="2049780"/>
                    <a:pt x="476740" y="2059114"/>
                  </a:cubicBezTo>
                  <a:cubicBezTo>
                    <a:pt x="515793" y="2072354"/>
                    <a:pt x="557893" y="2062734"/>
                    <a:pt x="596374" y="2047113"/>
                  </a:cubicBezTo>
                  <a:cubicBezTo>
                    <a:pt x="674860" y="2015300"/>
                    <a:pt x="738106" y="1956530"/>
                    <a:pt x="804496" y="1903476"/>
                  </a:cubicBezTo>
                  <a:cubicBezTo>
                    <a:pt x="891649" y="1833848"/>
                    <a:pt x="984804" y="1771841"/>
                    <a:pt x="1084435" y="1721549"/>
                  </a:cubicBezTo>
                  <a:cubicBezTo>
                    <a:pt x="1175494" y="1675638"/>
                    <a:pt x="1271030" y="1639348"/>
                    <a:pt x="1369138" y="1611439"/>
                  </a:cubicBezTo>
                  <a:cubicBezTo>
                    <a:pt x="1446576" y="1589437"/>
                    <a:pt x="1525252" y="1572387"/>
                    <a:pt x="1603643" y="1554004"/>
                  </a:cubicBezTo>
                  <a:cubicBezTo>
                    <a:pt x="1700989" y="1531049"/>
                    <a:pt x="1798144" y="1505141"/>
                    <a:pt x="1897966" y="1498949"/>
                  </a:cubicBezTo>
                  <a:cubicBezTo>
                    <a:pt x="1981119" y="1493711"/>
                    <a:pt x="2064272" y="1501521"/>
                    <a:pt x="2146759" y="1513332"/>
                  </a:cubicBezTo>
                  <a:cubicBezTo>
                    <a:pt x="2195527" y="1520285"/>
                    <a:pt x="2244200" y="1528382"/>
                    <a:pt x="2292682" y="1537240"/>
                  </a:cubicBezTo>
                  <a:cubicBezTo>
                    <a:pt x="2390218" y="1555147"/>
                    <a:pt x="2487563" y="1574102"/>
                    <a:pt x="2584623" y="1594676"/>
                  </a:cubicBezTo>
                  <a:cubicBezTo>
                    <a:pt x="2654251" y="1609439"/>
                    <a:pt x="2724260" y="1624393"/>
                    <a:pt x="2795126" y="1620964"/>
                  </a:cubicBezTo>
                  <a:cubicBezTo>
                    <a:pt x="2859991" y="1617821"/>
                    <a:pt x="3149551" y="1625918"/>
                    <a:pt x="2972005" y="123463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099EA02-8097-44CE-ABA3-D27A4AA00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47124" y="3225064"/>
              <a:ext cx="1161937" cy="1049976"/>
            </a:xfrm>
            <a:custGeom>
              <a:avLst/>
              <a:gdLst>
                <a:gd name="connsiteX0" fmla="*/ 279459 w 1161937"/>
                <a:gd name="connsiteY0" fmla="*/ 64453 h 1049976"/>
                <a:gd name="connsiteX1" fmla="*/ 99437 w 1161937"/>
                <a:gd name="connsiteY1" fmla="*/ 232093 h 1049976"/>
                <a:gd name="connsiteX2" fmla="*/ 2472 w 1161937"/>
                <a:gd name="connsiteY2" fmla="*/ 507746 h 1049976"/>
                <a:gd name="connsiteX3" fmla="*/ 17712 w 1161937"/>
                <a:gd name="connsiteY3" fmla="*/ 734917 h 1049976"/>
                <a:gd name="connsiteX4" fmla="*/ 85530 w 1161937"/>
                <a:gd name="connsiteY4" fmla="*/ 905320 h 1049976"/>
                <a:gd name="connsiteX5" fmla="*/ 388806 w 1161937"/>
                <a:gd name="connsiteY5" fmla="*/ 1048004 h 1049976"/>
                <a:gd name="connsiteX6" fmla="*/ 755709 w 1161937"/>
                <a:gd name="connsiteY6" fmla="*/ 984282 h 1049976"/>
                <a:gd name="connsiteX7" fmla="*/ 984214 w 1161937"/>
                <a:gd name="connsiteY7" fmla="*/ 856837 h 1049976"/>
                <a:gd name="connsiteX8" fmla="*/ 1144806 w 1161937"/>
                <a:gd name="connsiteY8" fmla="*/ 651859 h 1049976"/>
                <a:gd name="connsiteX9" fmla="*/ 1144806 w 1161937"/>
                <a:gd name="connsiteY9" fmla="*/ 435737 h 1049976"/>
                <a:gd name="connsiteX10" fmla="*/ 894203 w 1161937"/>
                <a:gd name="connsiteY10" fmla="*/ 110173 h 1049976"/>
                <a:gd name="connsiteX11" fmla="*/ 645219 w 1161937"/>
                <a:gd name="connsiteY11" fmla="*/ 11494 h 1049976"/>
                <a:gd name="connsiteX12" fmla="*/ 469102 w 1161937"/>
                <a:gd name="connsiteY12" fmla="*/ 3207 h 1049976"/>
                <a:gd name="connsiteX13" fmla="*/ 279459 w 1161937"/>
                <a:gd name="connsiteY13" fmla="*/ 64453 h 104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1937" h="1049976">
                  <a:moveTo>
                    <a:pt x="279459" y="64453"/>
                  </a:moveTo>
                  <a:cubicBezTo>
                    <a:pt x="206784" y="104934"/>
                    <a:pt x="145538" y="162751"/>
                    <a:pt x="99437" y="232093"/>
                  </a:cubicBezTo>
                  <a:cubicBezTo>
                    <a:pt x="44763" y="314389"/>
                    <a:pt x="10759" y="409258"/>
                    <a:pt x="2472" y="507746"/>
                  </a:cubicBezTo>
                  <a:cubicBezTo>
                    <a:pt x="-3909" y="583660"/>
                    <a:pt x="2377" y="660146"/>
                    <a:pt x="17712" y="734917"/>
                  </a:cubicBezTo>
                  <a:cubicBezTo>
                    <a:pt x="30190" y="795782"/>
                    <a:pt x="48002" y="855980"/>
                    <a:pt x="85530" y="905320"/>
                  </a:cubicBezTo>
                  <a:cubicBezTo>
                    <a:pt x="155730" y="997617"/>
                    <a:pt x="272030" y="1038955"/>
                    <a:pt x="388806" y="1048004"/>
                  </a:cubicBezTo>
                  <a:cubicBezTo>
                    <a:pt x="514251" y="1057720"/>
                    <a:pt x="638361" y="1030764"/>
                    <a:pt x="755709" y="984282"/>
                  </a:cubicBezTo>
                  <a:cubicBezTo>
                    <a:pt x="837339" y="951992"/>
                    <a:pt x="915444" y="911320"/>
                    <a:pt x="984214" y="856837"/>
                  </a:cubicBezTo>
                  <a:cubicBezTo>
                    <a:pt x="1053556" y="801878"/>
                    <a:pt x="1115659" y="735013"/>
                    <a:pt x="1144806" y="651859"/>
                  </a:cubicBezTo>
                  <a:cubicBezTo>
                    <a:pt x="1169285" y="581946"/>
                    <a:pt x="1165951" y="506984"/>
                    <a:pt x="1144806" y="435737"/>
                  </a:cubicBezTo>
                  <a:cubicBezTo>
                    <a:pt x="1104801" y="300673"/>
                    <a:pt x="1011837" y="187801"/>
                    <a:pt x="894203" y="110173"/>
                  </a:cubicBezTo>
                  <a:cubicBezTo>
                    <a:pt x="818860" y="60547"/>
                    <a:pt x="733897" y="28258"/>
                    <a:pt x="645219" y="11494"/>
                  </a:cubicBezTo>
                  <a:cubicBezTo>
                    <a:pt x="587117" y="540"/>
                    <a:pt x="527776" y="-3365"/>
                    <a:pt x="469102" y="3207"/>
                  </a:cubicBezTo>
                  <a:cubicBezTo>
                    <a:pt x="402522" y="10636"/>
                    <a:pt x="337943" y="31782"/>
                    <a:pt x="279459" y="64453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7B9352D-F916-42DA-A39C-C6F0C72BB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72867" y="3402818"/>
              <a:ext cx="846327" cy="774726"/>
            </a:xfrm>
            <a:custGeom>
              <a:avLst/>
              <a:gdLst>
                <a:gd name="connsiteX0" fmla="*/ 223506 w 846327"/>
                <a:gd name="connsiteY0" fmla="*/ 47187 h 774726"/>
                <a:gd name="connsiteX1" fmla="*/ 29100 w 846327"/>
                <a:gd name="connsiteY1" fmla="*/ 283216 h 774726"/>
                <a:gd name="connsiteX2" fmla="*/ 29100 w 846327"/>
                <a:gd name="connsiteY2" fmla="*/ 589064 h 774726"/>
                <a:gd name="connsiteX3" fmla="*/ 155402 w 846327"/>
                <a:gd name="connsiteY3" fmla="*/ 735368 h 774726"/>
                <a:gd name="connsiteX4" fmla="*/ 402957 w 846327"/>
                <a:gd name="connsiteY4" fmla="*/ 770325 h 774726"/>
                <a:gd name="connsiteX5" fmla="*/ 638891 w 846327"/>
                <a:gd name="connsiteY5" fmla="*/ 698887 h 774726"/>
                <a:gd name="connsiteX6" fmla="*/ 818342 w 846327"/>
                <a:gd name="connsiteY6" fmla="*/ 519341 h 774726"/>
                <a:gd name="connsiteX7" fmla="*/ 844917 w 846327"/>
                <a:gd name="connsiteY7" fmla="*/ 356463 h 774726"/>
                <a:gd name="connsiteX8" fmla="*/ 675467 w 846327"/>
                <a:gd name="connsiteY8" fmla="*/ 70523 h 774726"/>
                <a:gd name="connsiteX9" fmla="*/ 343140 w 846327"/>
                <a:gd name="connsiteY9" fmla="*/ 7372 h 774726"/>
                <a:gd name="connsiteX10" fmla="*/ 223506 w 846327"/>
                <a:gd name="connsiteY10" fmla="*/ 47187 h 774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6327" h="774726">
                  <a:moveTo>
                    <a:pt x="223506" y="47187"/>
                  </a:moveTo>
                  <a:cubicBezTo>
                    <a:pt x="131304" y="97288"/>
                    <a:pt x="65391" y="184537"/>
                    <a:pt x="29100" y="283216"/>
                  </a:cubicBezTo>
                  <a:cubicBezTo>
                    <a:pt x="-7380" y="382467"/>
                    <a:pt x="-11952" y="491909"/>
                    <a:pt x="29100" y="589064"/>
                  </a:cubicBezTo>
                  <a:cubicBezTo>
                    <a:pt x="54913" y="650214"/>
                    <a:pt x="97585" y="703078"/>
                    <a:pt x="155402" y="735368"/>
                  </a:cubicBezTo>
                  <a:cubicBezTo>
                    <a:pt x="229697" y="776802"/>
                    <a:pt x="317898" y="779659"/>
                    <a:pt x="402957" y="770325"/>
                  </a:cubicBezTo>
                  <a:cubicBezTo>
                    <a:pt x="485538" y="761181"/>
                    <a:pt x="566120" y="738987"/>
                    <a:pt x="638891" y="698887"/>
                  </a:cubicBezTo>
                  <a:cubicBezTo>
                    <a:pt x="714900" y="656977"/>
                    <a:pt x="781956" y="597827"/>
                    <a:pt x="818342" y="519341"/>
                  </a:cubicBezTo>
                  <a:cubicBezTo>
                    <a:pt x="841964" y="468477"/>
                    <a:pt x="849870" y="412280"/>
                    <a:pt x="844917" y="356463"/>
                  </a:cubicBezTo>
                  <a:cubicBezTo>
                    <a:pt x="834630" y="240449"/>
                    <a:pt x="771955" y="135293"/>
                    <a:pt x="675467" y="70523"/>
                  </a:cubicBezTo>
                  <a:cubicBezTo>
                    <a:pt x="578788" y="5658"/>
                    <a:pt x="458392" y="-11868"/>
                    <a:pt x="343140" y="7372"/>
                  </a:cubicBezTo>
                  <a:cubicBezTo>
                    <a:pt x="301325" y="14325"/>
                    <a:pt x="260748" y="26994"/>
                    <a:pt x="223506" y="47187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BECF786-5D3B-4D7B-941E-FE96E647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435437" y="3593840"/>
              <a:ext cx="477596" cy="447528"/>
            </a:xfrm>
            <a:custGeom>
              <a:avLst/>
              <a:gdLst>
                <a:gd name="connsiteX0" fmla="*/ 88185 w 477596"/>
                <a:gd name="connsiteY0" fmla="*/ 75022 h 447528"/>
                <a:gd name="connsiteX1" fmla="*/ 79 w 477596"/>
                <a:gd name="connsiteY1" fmla="*/ 236280 h 447528"/>
                <a:gd name="connsiteX2" fmla="*/ 69897 w 477596"/>
                <a:gd name="connsiteY2" fmla="*/ 370964 h 447528"/>
                <a:gd name="connsiteX3" fmla="*/ 172958 w 477596"/>
                <a:gd name="connsiteY3" fmla="*/ 429162 h 447528"/>
                <a:gd name="connsiteX4" fmla="*/ 309165 w 477596"/>
                <a:gd name="connsiteY4" fmla="*/ 440782 h 447528"/>
                <a:gd name="connsiteX5" fmla="*/ 432990 w 477596"/>
                <a:gd name="connsiteY5" fmla="*/ 316957 h 447528"/>
                <a:gd name="connsiteX6" fmla="*/ 476996 w 477596"/>
                <a:gd name="connsiteY6" fmla="*/ 164843 h 447528"/>
                <a:gd name="connsiteX7" fmla="*/ 383937 w 477596"/>
                <a:gd name="connsiteY7" fmla="*/ 26826 h 447528"/>
                <a:gd name="connsiteX8" fmla="*/ 88185 w 477596"/>
                <a:gd name="connsiteY8" fmla="*/ 75022 h 44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7596" h="447528">
                  <a:moveTo>
                    <a:pt x="88185" y="75022"/>
                  </a:moveTo>
                  <a:cubicBezTo>
                    <a:pt x="37798" y="116361"/>
                    <a:pt x="-2016" y="171796"/>
                    <a:pt x="79" y="236280"/>
                  </a:cubicBezTo>
                  <a:cubicBezTo>
                    <a:pt x="1794" y="288763"/>
                    <a:pt x="30178" y="336103"/>
                    <a:pt x="69897" y="370964"/>
                  </a:cubicBezTo>
                  <a:cubicBezTo>
                    <a:pt x="99806" y="397253"/>
                    <a:pt x="135429" y="415636"/>
                    <a:pt x="172958" y="429162"/>
                  </a:cubicBezTo>
                  <a:cubicBezTo>
                    <a:pt x="217249" y="445068"/>
                    <a:pt x="264588" y="454784"/>
                    <a:pt x="309165" y="440782"/>
                  </a:cubicBezTo>
                  <a:cubicBezTo>
                    <a:pt x="366696" y="422780"/>
                    <a:pt x="403272" y="370297"/>
                    <a:pt x="432990" y="316957"/>
                  </a:cubicBezTo>
                  <a:cubicBezTo>
                    <a:pt x="459375" y="269618"/>
                    <a:pt x="481568" y="218469"/>
                    <a:pt x="476996" y="164843"/>
                  </a:cubicBezTo>
                  <a:cubicBezTo>
                    <a:pt x="472043" y="106169"/>
                    <a:pt x="435276" y="55972"/>
                    <a:pt x="383937" y="26826"/>
                  </a:cubicBezTo>
                  <a:cubicBezTo>
                    <a:pt x="289734" y="-26705"/>
                    <a:pt x="173244" y="5299"/>
                    <a:pt x="88185" y="75022"/>
                  </a:cubicBezTo>
                  <a:close/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F19012F-4A59-4866-B2D1-60B1A896B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85832" y="822034"/>
              <a:ext cx="2861881" cy="1271168"/>
            </a:xfrm>
            <a:custGeom>
              <a:avLst/>
              <a:gdLst>
                <a:gd name="connsiteX0" fmla="*/ 0 w 2861881"/>
                <a:gd name="connsiteY0" fmla="*/ 0 h 1271168"/>
                <a:gd name="connsiteX1" fmla="*/ 176879 w 2861881"/>
                <a:gd name="connsiteY1" fmla="*/ 115157 h 1271168"/>
                <a:gd name="connsiteX2" fmla="*/ 400812 w 2861881"/>
                <a:gd name="connsiteY2" fmla="*/ 277178 h 1271168"/>
                <a:gd name="connsiteX3" fmla="*/ 652367 w 2861881"/>
                <a:gd name="connsiteY3" fmla="*/ 421958 h 1271168"/>
                <a:gd name="connsiteX4" fmla="*/ 1110615 w 2861881"/>
                <a:gd name="connsiteY4" fmla="*/ 690848 h 1271168"/>
                <a:gd name="connsiteX5" fmla="*/ 1410843 w 2861881"/>
                <a:gd name="connsiteY5" fmla="*/ 830580 h 1271168"/>
                <a:gd name="connsiteX6" fmla="*/ 1585341 w 2861881"/>
                <a:gd name="connsiteY6" fmla="*/ 917067 h 1271168"/>
                <a:gd name="connsiteX7" fmla="*/ 1896047 w 2861881"/>
                <a:gd name="connsiteY7" fmla="*/ 1114901 h 1271168"/>
                <a:gd name="connsiteX8" fmla="*/ 2042255 w 2861881"/>
                <a:gd name="connsiteY8" fmla="*/ 1204627 h 1271168"/>
                <a:gd name="connsiteX9" fmla="*/ 2276570 w 2861881"/>
                <a:gd name="connsiteY9" fmla="*/ 1271111 h 1271168"/>
                <a:gd name="connsiteX10" fmla="*/ 2568988 w 2861881"/>
                <a:gd name="connsiteY10" fmla="*/ 1128141 h 1271168"/>
                <a:gd name="connsiteX11" fmla="*/ 2726817 w 2861881"/>
                <a:gd name="connsiteY11" fmla="*/ 882110 h 1271168"/>
                <a:gd name="connsiteX12" fmla="*/ 2861882 w 2861881"/>
                <a:gd name="connsiteY12" fmla="*/ 574929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61881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7" y="509492"/>
                    <a:pt x="953167" y="609695"/>
                    <a:pt x="1110615" y="690848"/>
                  </a:cubicBezTo>
                  <a:cubicBezTo>
                    <a:pt x="1208723" y="741426"/>
                    <a:pt x="1310449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7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2" y="57492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A9DE6B4-5329-41C6-9FB0-2E88732A1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9044" y="900581"/>
              <a:ext cx="2636234" cy="919096"/>
            </a:xfrm>
            <a:custGeom>
              <a:avLst/>
              <a:gdLst>
                <a:gd name="connsiteX0" fmla="*/ 0 w 2636234"/>
                <a:gd name="connsiteY0" fmla="*/ 0 h 919096"/>
                <a:gd name="connsiteX1" fmla="*/ 417862 w 2636234"/>
                <a:gd name="connsiteY1" fmla="*/ 274415 h 919096"/>
                <a:gd name="connsiteX2" fmla="*/ 980218 w 2636234"/>
                <a:gd name="connsiteY2" fmla="*/ 607981 h 919096"/>
                <a:gd name="connsiteX3" fmla="*/ 1473137 w 2636234"/>
                <a:gd name="connsiteY3" fmla="*/ 792290 h 919096"/>
                <a:gd name="connsiteX4" fmla="*/ 1827276 w 2636234"/>
                <a:gd name="connsiteY4" fmla="*/ 914400 h 919096"/>
                <a:gd name="connsiteX5" fmla="*/ 2119218 w 2636234"/>
                <a:gd name="connsiteY5" fmla="*/ 847344 h 919096"/>
                <a:gd name="connsiteX6" fmla="*/ 2269998 w 2636234"/>
                <a:gd name="connsiteY6" fmla="*/ 610362 h 919096"/>
                <a:gd name="connsiteX7" fmla="*/ 2413540 w 2636234"/>
                <a:gd name="connsiteY7" fmla="*/ 361379 h 919096"/>
                <a:gd name="connsiteX8" fmla="*/ 2636235 w 2636234"/>
                <a:gd name="connsiteY8" fmla="*/ 66961 h 91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6234" h="919096">
                  <a:moveTo>
                    <a:pt x="0" y="0"/>
                  </a:moveTo>
                  <a:cubicBezTo>
                    <a:pt x="0" y="0"/>
                    <a:pt x="243745" y="162020"/>
                    <a:pt x="417862" y="274415"/>
                  </a:cubicBezTo>
                  <a:cubicBezTo>
                    <a:pt x="601409" y="392906"/>
                    <a:pt x="781145" y="518732"/>
                    <a:pt x="980218" y="607981"/>
                  </a:cubicBezTo>
                  <a:cubicBezTo>
                    <a:pt x="1140333" y="679799"/>
                    <a:pt x="1310545" y="726091"/>
                    <a:pt x="1473137" y="792290"/>
                  </a:cubicBezTo>
                  <a:cubicBezTo>
                    <a:pt x="1589532" y="839724"/>
                    <a:pt x="1702975" y="897922"/>
                    <a:pt x="1827276" y="914400"/>
                  </a:cubicBezTo>
                  <a:cubicBezTo>
                    <a:pt x="1930813" y="928116"/>
                    <a:pt x="2039208" y="913543"/>
                    <a:pt x="2119218" y="847344"/>
                  </a:cubicBezTo>
                  <a:cubicBezTo>
                    <a:pt x="2192084" y="786956"/>
                    <a:pt x="2228184" y="696087"/>
                    <a:pt x="2269998" y="610362"/>
                  </a:cubicBezTo>
                  <a:cubicBezTo>
                    <a:pt x="2312003" y="524161"/>
                    <a:pt x="2362867" y="442722"/>
                    <a:pt x="2413540" y="361379"/>
                  </a:cubicBezTo>
                  <a:cubicBezTo>
                    <a:pt x="2485835" y="245459"/>
                    <a:pt x="2514886" y="126873"/>
                    <a:pt x="2636235" y="6696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5B645CC-35E5-4026-A374-3213D0173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23810" y="1056703"/>
              <a:ext cx="2292381" cy="625711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2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2" y="606171"/>
                  </a:cubicBezTo>
                  <a:cubicBezTo>
                    <a:pt x="1391602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1" y="109347"/>
                    <a:pt x="2292382" y="0"/>
                    <a:pt x="22923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17ABE3A-3743-4935-8680-30474904B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712627" y="1178978"/>
              <a:ext cx="1865852" cy="421548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5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5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4" y="246412"/>
                    <a:pt x="283178" y="186881"/>
                  </a:cubicBezTo>
                  <a:cubicBezTo>
                    <a:pt x="176117" y="122777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35BA021-8EE3-4AAC-886D-84BD02C5D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526140" y="1242712"/>
              <a:ext cx="1358265" cy="286935"/>
            </a:xfrm>
            <a:custGeom>
              <a:avLst/>
              <a:gdLst>
                <a:gd name="connsiteX0" fmla="*/ 0 w 1358265"/>
                <a:gd name="connsiteY0" fmla="*/ 11621 h 286935"/>
                <a:gd name="connsiteX1" fmla="*/ 200978 w 1358265"/>
                <a:gd name="connsiteY1" fmla="*/ 163830 h 286935"/>
                <a:gd name="connsiteX2" fmla="*/ 499586 w 1358265"/>
                <a:gd name="connsiteY2" fmla="*/ 258604 h 286935"/>
                <a:gd name="connsiteX3" fmla="*/ 780955 w 1358265"/>
                <a:gd name="connsiteY3" fmla="*/ 284417 h 286935"/>
                <a:gd name="connsiteX4" fmla="*/ 1027843 w 1358265"/>
                <a:gd name="connsiteY4" fmla="*/ 215456 h 286935"/>
                <a:gd name="connsiteX5" fmla="*/ 1358265 w 1358265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5" h="286935">
                  <a:moveTo>
                    <a:pt x="0" y="11621"/>
                  </a:moveTo>
                  <a:cubicBezTo>
                    <a:pt x="0" y="11621"/>
                    <a:pt x="89249" y="104299"/>
                    <a:pt x="200978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3" y="293180"/>
                    <a:pt x="780955" y="284417"/>
                  </a:cubicBezTo>
                  <a:cubicBezTo>
                    <a:pt x="866585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74FDD7A-185B-4C48-925E-B353DDF0A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352309" y="1349964"/>
              <a:ext cx="890968" cy="167300"/>
            </a:xfrm>
            <a:custGeom>
              <a:avLst/>
              <a:gdLst>
                <a:gd name="connsiteX0" fmla="*/ 890968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8" y="0"/>
                  </a:moveTo>
                  <a:cubicBezTo>
                    <a:pt x="890968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ECAF353-692D-4440-A095-A282E677A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886050" y="-679131"/>
              <a:ext cx="1677721" cy="3076193"/>
            </a:xfrm>
            <a:custGeom>
              <a:avLst/>
              <a:gdLst>
                <a:gd name="connsiteX0" fmla="*/ 1665434 w 1677721"/>
                <a:gd name="connsiteY0" fmla="*/ 3076194 h 3076193"/>
                <a:gd name="connsiteX1" fmla="*/ 1068693 w 1677721"/>
                <a:gd name="connsiteY1" fmla="*/ 3054382 h 3076193"/>
                <a:gd name="connsiteX2" fmla="*/ 852952 w 1677721"/>
                <a:gd name="connsiteY2" fmla="*/ 3054382 h 3076193"/>
                <a:gd name="connsiteX3" fmla="*/ 519481 w 1677721"/>
                <a:gd name="connsiteY3" fmla="*/ 3002471 h 3076193"/>
                <a:gd name="connsiteX4" fmla="*/ 400610 w 1677721"/>
                <a:gd name="connsiteY4" fmla="*/ 2945892 h 3076193"/>
                <a:gd name="connsiteX5" fmla="*/ 184868 w 1677721"/>
                <a:gd name="connsiteY5" fmla="*/ 2706910 h 3076193"/>
                <a:gd name="connsiteX6" fmla="*/ 59138 w 1677721"/>
                <a:gd name="connsiteY6" fmla="*/ 2451830 h 3076193"/>
                <a:gd name="connsiteX7" fmla="*/ 274 w 1677721"/>
                <a:gd name="connsiteY7" fmla="*/ 2128552 h 3076193"/>
                <a:gd name="connsiteX8" fmla="*/ 172200 w 1677721"/>
                <a:gd name="connsiteY8" fmla="*/ 1672590 h 3076193"/>
                <a:gd name="connsiteX9" fmla="*/ 446806 w 1677721"/>
                <a:gd name="connsiteY9" fmla="*/ 1445133 h 3076193"/>
                <a:gd name="connsiteX10" fmla="*/ 633686 w 1677721"/>
                <a:gd name="connsiteY10" fmla="*/ 1381601 h 3076193"/>
                <a:gd name="connsiteX11" fmla="*/ 840188 w 1677721"/>
                <a:gd name="connsiteY11" fmla="*/ 1260348 h 3076193"/>
                <a:gd name="connsiteX12" fmla="*/ 904768 w 1677721"/>
                <a:gd name="connsiteY12" fmla="*/ 1108615 h 3076193"/>
                <a:gd name="connsiteX13" fmla="*/ 926294 w 1677721"/>
                <a:gd name="connsiteY13" fmla="*/ 955453 h 3076193"/>
                <a:gd name="connsiteX14" fmla="*/ 912959 w 1677721"/>
                <a:gd name="connsiteY14" fmla="*/ 763905 h 3076193"/>
                <a:gd name="connsiteX15" fmla="*/ 949535 w 1677721"/>
                <a:gd name="connsiteY15" fmla="*/ 651320 h 3076193"/>
                <a:gd name="connsiteX16" fmla="*/ 1089934 w 1677721"/>
                <a:gd name="connsiteY16" fmla="*/ 510826 h 3076193"/>
                <a:gd name="connsiteX17" fmla="*/ 1324535 w 1677721"/>
                <a:gd name="connsiteY17" fmla="*/ 323278 h 3076193"/>
                <a:gd name="connsiteX18" fmla="*/ 1677721 w 1677721"/>
                <a:gd name="connsiteY18" fmla="*/ 0 h 307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77721" h="3076193">
                  <a:moveTo>
                    <a:pt x="1665434" y="3076194"/>
                  </a:moveTo>
                  <a:cubicBezTo>
                    <a:pt x="1494651" y="3069431"/>
                    <a:pt x="1239571" y="3053620"/>
                    <a:pt x="1068693" y="3054382"/>
                  </a:cubicBezTo>
                  <a:cubicBezTo>
                    <a:pt x="996779" y="3054668"/>
                    <a:pt x="924866" y="3056573"/>
                    <a:pt x="852952" y="3054382"/>
                  </a:cubicBezTo>
                  <a:cubicBezTo>
                    <a:pt x="739890" y="3050953"/>
                    <a:pt x="626638" y="3038380"/>
                    <a:pt x="519481" y="3002471"/>
                  </a:cubicBezTo>
                  <a:cubicBezTo>
                    <a:pt x="477667" y="2988469"/>
                    <a:pt x="437567" y="2969990"/>
                    <a:pt x="400610" y="2945892"/>
                  </a:cubicBezTo>
                  <a:cubicBezTo>
                    <a:pt x="309836" y="2886837"/>
                    <a:pt x="242876" y="2798731"/>
                    <a:pt x="184868" y="2706910"/>
                  </a:cubicBezTo>
                  <a:cubicBezTo>
                    <a:pt x="134005" y="2626519"/>
                    <a:pt x="91618" y="2541175"/>
                    <a:pt x="59138" y="2451830"/>
                  </a:cubicBezTo>
                  <a:cubicBezTo>
                    <a:pt x="21324" y="2347913"/>
                    <a:pt x="-2870" y="2238947"/>
                    <a:pt x="274" y="2128552"/>
                  </a:cubicBezTo>
                  <a:cubicBezTo>
                    <a:pt x="4941" y="1962531"/>
                    <a:pt x="71044" y="1804797"/>
                    <a:pt x="172200" y="1672590"/>
                  </a:cubicBezTo>
                  <a:cubicBezTo>
                    <a:pt x="245638" y="1576578"/>
                    <a:pt x="336220" y="1493615"/>
                    <a:pt x="446806" y="1445133"/>
                  </a:cubicBezTo>
                  <a:cubicBezTo>
                    <a:pt x="507099" y="1418749"/>
                    <a:pt x="571012" y="1401890"/>
                    <a:pt x="633686" y="1381601"/>
                  </a:cubicBezTo>
                  <a:cubicBezTo>
                    <a:pt x="711696" y="1356455"/>
                    <a:pt x="789992" y="1324356"/>
                    <a:pt x="840188" y="1260348"/>
                  </a:cubicBezTo>
                  <a:cubicBezTo>
                    <a:pt x="874478" y="1216724"/>
                    <a:pt x="891528" y="1162812"/>
                    <a:pt x="904768" y="1108615"/>
                  </a:cubicBezTo>
                  <a:cubicBezTo>
                    <a:pt x="917055" y="1058323"/>
                    <a:pt x="927152" y="1007174"/>
                    <a:pt x="926294" y="955453"/>
                  </a:cubicBezTo>
                  <a:cubicBezTo>
                    <a:pt x="925246" y="891159"/>
                    <a:pt x="907720" y="827913"/>
                    <a:pt x="912959" y="763905"/>
                  </a:cubicBezTo>
                  <a:cubicBezTo>
                    <a:pt x="916198" y="724090"/>
                    <a:pt x="928961" y="685610"/>
                    <a:pt x="949535" y="651320"/>
                  </a:cubicBezTo>
                  <a:cubicBezTo>
                    <a:pt x="983825" y="594170"/>
                    <a:pt x="1037737" y="552640"/>
                    <a:pt x="1089934" y="510826"/>
                  </a:cubicBezTo>
                  <a:cubicBezTo>
                    <a:pt x="1168039" y="448247"/>
                    <a:pt x="1245477" y="384619"/>
                    <a:pt x="1324535" y="323278"/>
                  </a:cubicBezTo>
                  <a:cubicBezTo>
                    <a:pt x="1423785" y="246221"/>
                    <a:pt x="1594854" y="94202"/>
                    <a:pt x="167772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8A28F31-C1FD-4B00-8A52-48952AB44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065946" y="-514793"/>
              <a:ext cx="1468691" cy="2607257"/>
            </a:xfrm>
            <a:custGeom>
              <a:avLst/>
              <a:gdLst>
                <a:gd name="connsiteX0" fmla="*/ 1450689 w 1468691"/>
                <a:gd name="connsiteY0" fmla="*/ 2568321 h 2607257"/>
                <a:gd name="connsiteX1" fmla="*/ 1210183 w 1468691"/>
                <a:gd name="connsiteY1" fmla="*/ 2590609 h 2607257"/>
                <a:gd name="connsiteX2" fmla="*/ 905573 w 1468691"/>
                <a:gd name="connsiteY2" fmla="*/ 2606802 h 2607257"/>
                <a:gd name="connsiteX3" fmla="*/ 558292 w 1468691"/>
                <a:gd name="connsiteY3" fmla="*/ 2587181 h 2607257"/>
                <a:gd name="connsiteX4" fmla="*/ 467138 w 1468691"/>
                <a:gd name="connsiteY4" fmla="*/ 2568702 h 2607257"/>
                <a:gd name="connsiteX5" fmla="*/ 206343 w 1468691"/>
                <a:gd name="connsiteY5" fmla="*/ 2407063 h 2607257"/>
                <a:gd name="connsiteX6" fmla="*/ 78613 w 1468691"/>
                <a:gd name="connsiteY6" fmla="*/ 2211896 h 2607257"/>
                <a:gd name="connsiteX7" fmla="*/ 2032 w 1468691"/>
                <a:gd name="connsiteY7" fmla="*/ 1936623 h 2607257"/>
                <a:gd name="connsiteX8" fmla="*/ 21177 w 1468691"/>
                <a:gd name="connsiteY8" fmla="*/ 1749933 h 2607257"/>
                <a:gd name="connsiteX9" fmla="*/ 116903 w 1468691"/>
                <a:gd name="connsiteY9" fmla="*/ 1594295 h 2607257"/>
                <a:gd name="connsiteX10" fmla="*/ 241300 w 1468691"/>
                <a:gd name="connsiteY10" fmla="*/ 1512951 h 2607257"/>
                <a:gd name="connsiteX11" fmla="*/ 475805 w 1468691"/>
                <a:gd name="connsiteY11" fmla="*/ 1500949 h 2607257"/>
                <a:gd name="connsiteX12" fmla="*/ 664781 w 1468691"/>
                <a:gd name="connsiteY12" fmla="*/ 1541621 h 2607257"/>
                <a:gd name="connsiteX13" fmla="*/ 803560 w 1468691"/>
                <a:gd name="connsiteY13" fmla="*/ 1541621 h 2607257"/>
                <a:gd name="connsiteX14" fmla="*/ 942340 w 1468691"/>
                <a:gd name="connsiteY14" fmla="*/ 1429131 h 2607257"/>
                <a:gd name="connsiteX15" fmla="*/ 1018921 w 1468691"/>
                <a:gd name="connsiteY15" fmla="*/ 1163383 h 2607257"/>
                <a:gd name="connsiteX16" fmla="*/ 1061974 w 1468691"/>
                <a:gd name="connsiteY16" fmla="*/ 811530 h 2607257"/>
                <a:gd name="connsiteX17" fmla="*/ 1114647 w 1468691"/>
                <a:gd name="connsiteY17" fmla="*/ 574548 h 2607257"/>
                <a:gd name="connsiteX18" fmla="*/ 1243806 w 1468691"/>
                <a:gd name="connsiteY18" fmla="*/ 284893 h 2607257"/>
                <a:gd name="connsiteX19" fmla="*/ 1468691 w 1468691"/>
                <a:gd name="connsiteY19" fmla="*/ 0 h 260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68691" h="2607257">
                  <a:moveTo>
                    <a:pt x="1450689" y="2568321"/>
                  </a:moveTo>
                  <a:cubicBezTo>
                    <a:pt x="1398682" y="2574989"/>
                    <a:pt x="1262570" y="2587752"/>
                    <a:pt x="1210183" y="2590609"/>
                  </a:cubicBezTo>
                  <a:cubicBezTo>
                    <a:pt x="1108646" y="2596134"/>
                    <a:pt x="1007205" y="2604707"/>
                    <a:pt x="905573" y="2606802"/>
                  </a:cubicBezTo>
                  <a:cubicBezTo>
                    <a:pt x="789464" y="2609088"/>
                    <a:pt x="673354" y="2602802"/>
                    <a:pt x="558292" y="2587181"/>
                  </a:cubicBezTo>
                  <a:cubicBezTo>
                    <a:pt x="527526" y="2582990"/>
                    <a:pt x="497046" y="2577274"/>
                    <a:pt x="467138" y="2568702"/>
                  </a:cubicBezTo>
                  <a:cubicBezTo>
                    <a:pt x="367220" y="2540222"/>
                    <a:pt x="277876" y="2482501"/>
                    <a:pt x="206343" y="2407063"/>
                  </a:cubicBezTo>
                  <a:cubicBezTo>
                    <a:pt x="152527" y="2350294"/>
                    <a:pt x="111379" y="2283047"/>
                    <a:pt x="78613" y="2211896"/>
                  </a:cubicBezTo>
                  <a:cubicBezTo>
                    <a:pt x="38513" y="2124742"/>
                    <a:pt x="9938" y="2032159"/>
                    <a:pt x="2032" y="1936623"/>
                  </a:cubicBezTo>
                  <a:cubicBezTo>
                    <a:pt x="-3207" y="1873567"/>
                    <a:pt x="1174" y="1809845"/>
                    <a:pt x="21177" y="1749933"/>
                  </a:cubicBezTo>
                  <a:cubicBezTo>
                    <a:pt x="40608" y="1691449"/>
                    <a:pt x="73469" y="1638109"/>
                    <a:pt x="116903" y="1594295"/>
                  </a:cubicBezTo>
                  <a:cubicBezTo>
                    <a:pt x="152241" y="1558576"/>
                    <a:pt x="194151" y="1530001"/>
                    <a:pt x="241300" y="1512951"/>
                  </a:cubicBezTo>
                  <a:cubicBezTo>
                    <a:pt x="315881" y="1485900"/>
                    <a:pt x="397224" y="1487519"/>
                    <a:pt x="475805" y="1500949"/>
                  </a:cubicBezTo>
                  <a:cubicBezTo>
                    <a:pt x="539337" y="1511808"/>
                    <a:pt x="601440" y="1529810"/>
                    <a:pt x="664781" y="1541621"/>
                  </a:cubicBezTo>
                  <a:cubicBezTo>
                    <a:pt x="710977" y="1550194"/>
                    <a:pt x="758412" y="1554194"/>
                    <a:pt x="803560" y="1541621"/>
                  </a:cubicBezTo>
                  <a:cubicBezTo>
                    <a:pt x="862711" y="1525143"/>
                    <a:pt x="909288" y="1481233"/>
                    <a:pt x="942340" y="1429131"/>
                  </a:cubicBezTo>
                  <a:cubicBezTo>
                    <a:pt x="992156" y="1350455"/>
                    <a:pt x="1006919" y="1256157"/>
                    <a:pt x="1018921" y="1163383"/>
                  </a:cubicBezTo>
                  <a:cubicBezTo>
                    <a:pt x="1034065" y="1046131"/>
                    <a:pt x="1043972" y="928306"/>
                    <a:pt x="1061974" y="811530"/>
                  </a:cubicBezTo>
                  <a:cubicBezTo>
                    <a:pt x="1074356" y="731425"/>
                    <a:pt x="1091120" y="652081"/>
                    <a:pt x="1114647" y="574548"/>
                  </a:cubicBezTo>
                  <a:cubicBezTo>
                    <a:pt x="1145413" y="472916"/>
                    <a:pt x="1187990" y="375094"/>
                    <a:pt x="1243806" y="284893"/>
                  </a:cubicBezTo>
                  <a:cubicBezTo>
                    <a:pt x="1307623" y="181832"/>
                    <a:pt x="1388396" y="90868"/>
                    <a:pt x="146869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1E3F6DD-B482-497A-843E-010612C85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248093" y="-430241"/>
              <a:ext cx="1175182" cy="2095685"/>
            </a:xfrm>
            <a:custGeom>
              <a:avLst/>
              <a:gdLst>
                <a:gd name="connsiteX0" fmla="*/ 1175183 w 1175182"/>
                <a:gd name="connsiteY0" fmla="*/ 1950434 h 2095685"/>
                <a:gd name="connsiteX1" fmla="*/ 696075 w 1175182"/>
                <a:gd name="connsiteY1" fmla="*/ 2077307 h 2095685"/>
                <a:gd name="connsiteX2" fmla="*/ 349175 w 1175182"/>
                <a:gd name="connsiteY2" fmla="*/ 2089309 h 2095685"/>
                <a:gd name="connsiteX3" fmla="*/ 73997 w 1175182"/>
                <a:gd name="connsiteY3" fmla="*/ 1987582 h 2095685"/>
                <a:gd name="connsiteX4" fmla="*/ 2179 w 1175182"/>
                <a:gd name="connsiteY4" fmla="*/ 1818037 h 2095685"/>
                <a:gd name="connsiteX5" fmla="*/ 18086 w 1175182"/>
                <a:gd name="connsiteY5" fmla="*/ 1694402 h 2095685"/>
                <a:gd name="connsiteX6" fmla="*/ 161627 w 1175182"/>
                <a:gd name="connsiteY6" fmla="*/ 1594676 h 2095685"/>
                <a:gd name="connsiteX7" fmla="*/ 384893 w 1175182"/>
                <a:gd name="connsiteY7" fmla="*/ 1664494 h 2095685"/>
                <a:gd name="connsiteX8" fmla="*/ 648069 w 1175182"/>
                <a:gd name="connsiteY8" fmla="*/ 1684401 h 2095685"/>
                <a:gd name="connsiteX9" fmla="*/ 831520 w 1175182"/>
                <a:gd name="connsiteY9" fmla="*/ 1550765 h 2095685"/>
                <a:gd name="connsiteX10" fmla="*/ 909245 w 1175182"/>
                <a:gd name="connsiteY10" fmla="*/ 1315402 h 2095685"/>
                <a:gd name="connsiteX11" fmla="*/ 975062 w 1175182"/>
                <a:gd name="connsiteY11" fmla="*/ 876586 h 2095685"/>
                <a:gd name="connsiteX12" fmla="*/ 989064 w 1175182"/>
                <a:gd name="connsiteY12" fmla="*/ 591312 h 2095685"/>
                <a:gd name="connsiteX13" fmla="*/ 1158514 w 1175182"/>
                <a:gd name="connsiteY13" fmla="*/ 0 h 209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5182" h="2095685">
                  <a:moveTo>
                    <a:pt x="1175183" y="1950434"/>
                  </a:moveTo>
                  <a:cubicBezTo>
                    <a:pt x="1097554" y="1973485"/>
                    <a:pt x="775799" y="2063115"/>
                    <a:pt x="696075" y="2077307"/>
                  </a:cubicBezTo>
                  <a:cubicBezTo>
                    <a:pt x="581489" y="2097786"/>
                    <a:pt x="465094" y="2100167"/>
                    <a:pt x="349175" y="2089309"/>
                  </a:cubicBezTo>
                  <a:cubicBezTo>
                    <a:pt x="247638" y="2079784"/>
                    <a:pt x="142292" y="2061401"/>
                    <a:pt x="73997" y="1987582"/>
                  </a:cubicBezTo>
                  <a:cubicBezTo>
                    <a:pt x="31420" y="1941481"/>
                    <a:pt x="9513" y="1880616"/>
                    <a:pt x="2179" y="1818037"/>
                  </a:cubicBezTo>
                  <a:cubicBezTo>
                    <a:pt x="-2774" y="1775746"/>
                    <a:pt x="-12" y="1732693"/>
                    <a:pt x="18086" y="1694402"/>
                  </a:cubicBezTo>
                  <a:cubicBezTo>
                    <a:pt x="44755" y="1638110"/>
                    <a:pt x="99810" y="1600295"/>
                    <a:pt x="161627" y="1594676"/>
                  </a:cubicBezTo>
                  <a:cubicBezTo>
                    <a:pt x="240304" y="1587532"/>
                    <a:pt x="310312" y="1635633"/>
                    <a:pt x="384893" y="1664494"/>
                  </a:cubicBezTo>
                  <a:cubicBezTo>
                    <a:pt x="468904" y="1696974"/>
                    <a:pt x="561392" y="1708594"/>
                    <a:pt x="648069" y="1684401"/>
                  </a:cubicBezTo>
                  <a:cubicBezTo>
                    <a:pt x="723602" y="1663351"/>
                    <a:pt x="788563" y="1616488"/>
                    <a:pt x="831520" y="1550765"/>
                  </a:cubicBezTo>
                  <a:cubicBezTo>
                    <a:pt x="877050" y="1480947"/>
                    <a:pt x="893052" y="1397508"/>
                    <a:pt x="909245" y="1315402"/>
                  </a:cubicBezTo>
                  <a:cubicBezTo>
                    <a:pt x="938010" y="1170051"/>
                    <a:pt x="963156" y="1024128"/>
                    <a:pt x="975062" y="876586"/>
                  </a:cubicBezTo>
                  <a:cubicBezTo>
                    <a:pt x="982682" y="781717"/>
                    <a:pt x="981539" y="686276"/>
                    <a:pt x="989064" y="591312"/>
                  </a:cubicBezTo>
                  <a:cubicBezTo>
                    <a:pt x="998970" y="465296"/>
                    <a:pt x="981730" y="160211"/>
                    <a:pt x="11585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9" name="Bottom Right">
            <a:extLst>
              <a:ext uri="{FF2B5EF4-FFF2-40B4-BE49-F238E27FC236}">
                <a16:creationId xmlns:a16="http://schemas.microsoft.com/office/drawing/2014/main" id="{44F880E8-D890-4B32-8082-A3337BF3D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4961325-8EF4-4C7A-9833-FB20C4DD5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5" name="Graphic 157">
              <a:extLst>
                <a:ext uri="{FF2B5EF4-FFF2-40B4-BE49-F238E27FC236}">
                  <a16:creationId xmlns:a16="http://schemas.microsoft.com/office/drawing/2014/main" id="{AC3C1455-2522-4EFE-8D33-83807CF78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537D90C7-3836-4178-B926-44AA5E3B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5161F7E-ABD4-4A6E-864C-5ED1DD8B5D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444A5CB6-84AB-4A73-BB98-6D0482A909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8FCFD2D9-E87A-4C33-A158-63D4FFE093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362B6679-1B90-4CB1-AC3E-B8309C31B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1C024DDF-6017-463E-82DC-5D51B97501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6AE97FA4-4E41-47AD-A123-2F6EA202B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5DF185A-8061-4998-A019-A4FBA15F5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5EDBAA-5A74-B198-F9A4-C11F3F05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0" y="740211"/>
            <a:ext cx="7530685" cy="31638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pSp>
        <p:nvGrpSpPr>
          <p:cNvPr id="138" name="Cross">
            <a:extLst>
              <a:ext uri="{FF2B5EF4-FFF2-40B4-BE49-F238E27FC236}">
                <a16:creationId xmlns:a16="http://schemas.microsoft.com/office/drawing/2014/main" id="{7EA2E9ED-9579-480C-8036-C3FE41274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28991" y="4031354"/>
            <a:ext cx="118872" cy="118872"/>
            <a:chOff x="1175347" y="3733800"/>
            <a:chExt cx="118872" cy="118872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6359521-A2E0-4F20-B7DA-9DA02BE49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D51D877-AAD8-42E5-8DD7-4BFECAE46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984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F73EC8D8-C118-4A24-B3A2-F22636F20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A839E4-FE02-4C32-B9F7-07884043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C10340A-FCF2-4B86-A53A-4AC07E6CF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85F37B-D9B1-4701-B54A-A91E836FA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27C5295-7462-4E42-B19A-682465F9F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12C31CF-3625-4E9F-99FC-C7AA5BBA8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6EDCF2F-2C4B-4D4B-964F-F640BCDCE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1B0354D-2FFC-40F9-91E5-A83DDD770D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F4CED2-0CA8-4824-93F0-00BE4C7D1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0B1B7-235A-F493-CDA8-8A3268D1B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0254" cy="5577934"/>
          </a:xfrm>
        </p:spPr>
        <p:txBody>
          <a:bodyPr>
            <a:normAutofit/>
          </a:bodyPr>
          <a:lstStyle/>
          <a:p>
            <a:r>
              <a:rPr lang="en-ZA" sz="4100" dirty="0"/>
              <a:t>Domestic Gross Performance</a:t>
            </a:r>
          </a:p>
        </p:txBody>
      </p:sp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3BA0B410-FA41-4CD6-A923-146E029BB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2448B270-CA89-4A7C-8CFC-8237ED03A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D2ED6FF-1F6E-4BF0-BFFF-5CB8D36F1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F2CCA35-C35D-416B-A083-A167138A57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0FAEE04-D524-4356-8CFE-091D44ED18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F641E2E-FB37-449C-96DA-945907C75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83CE73A-E65A-44EA-9C23-C6F2137AF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1745A30-6979-4D1D-A629-E7C0C6A53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0C366B-087F-442D-AC20-1319F97A9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2F7A6B-9CB6-4AC5-B906-664FC95A1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196F18-3DB1-8AC1-5394-48561C064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1222877"/>
              </p:ext>
            </p:extLst>
          </p:nvPr>
        </p:nvGraphicFramePr>
        <p:xfrm>
          <a:off x="5408988" y="341165"/>
          <a:ext cx="6173409" cy="5843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227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id="{32D15CB3-AC64-41F7-86F8-22A111F3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8FAC53-55F6-4B51-8FAD-977E5E7D7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29D267-CD4D-4FD7-8F45-1C8FB4235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FC9A2B-D1CA-4247-836D-EAB80EB5E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4F9AB28-B3F0-425B-8E51-E16DDB853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1B00CE-2CF5-4DF1-A345-4516E2E83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B332657-F1E9-428F-BA70-8DD848E55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A6EF8-94C7-4127-9EF9-584AD6885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B1C2001-8549-4C7B-86AB-049B0C99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6698EB-E47B-7D83-B05B-436C33B8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68425"/>
            <a:ext cx="9988166" cy="1499401"/>
          </a:xfrm>
        </p:spPr>
        <p:txBody>
          <a:bodyPr>
            <a:normAutofit/>
          </a:bodyPr>
          <a:lstStyle/>
          <a:p>
            <a:pPr algn="ctr"/>
            <a:r>
              <a:rPr lang="en-ZA" sz="4100" dirty="0"/>
              <a:t>Insights</a:t>
            </a:r>
          </a:p>
        </p:txBody>
      </p:sp>
      <p:grpSp>
        <p:nvGrpSpPr>
          <p:cNvPr id="24" name="Bottom Right">
            <a:extLst>
              <a:ext uri="{FF2B5EF4-FFF2-40B4-BE49-F238E27FC236}">
                <a16:creationId xmlns:a16="http://schemas.microsoft.com/office/drawing/2014/main" id="{921D9B61-CDA2-49D1-82AA-53469149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5" name="Graphic 157">
              <a:extLst>
                <a:ext uri="{FF2B5EF4-FFF2-40B4-BE49-F238E27FC236}">
                  <a16:creationId xmlns:a16="http://schemas.microsoft.com/office/drawing/2014/main" id="{A202591B-301C-460E-801A-4C116AC08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57EC7EC-4934-4A65-B3AA-6AE3BD0739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1FEC27-F3E2-41E5-8C3B-FF66A13D84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BFE67A7-A995-43D6-8414-EBB2A758A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DB28E40-FF5E-459D-B516-A16554BBB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724247A-6615-4D27-80F0-339276282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95168B2-CEF6-486B-AD0C-D063CDD988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E27C133D-9749-4B34-9018-29F3FF86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388060-18B7-4BD6-A3C5-F6B8E1467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448959-25E9-78D0-DA05-8FDF2CEB1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159426"/>
              </p:ext>
            </p:extLst>
          </p:nvPr>
        </p:nvGraphicFramePr>
        <p:xfrm>
          <a:off x="600306" y="1847031"/>
          <a:ext cx="10982090" cy="4276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16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12" name="Top left">
            <a:extLst>
              <a:ext uri="{FF2B5EF4-FFF2-40B4-BE49-F238E27FC236}">
                <a16:creationId xmlns:a16="http://schemas.microsoft.com/office/drawing/2014/main" id="{6B72B514-4AB8-43DF-84D4-951DBF368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18CBCFF-BD6B-4455-9B70-EFE805CA2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8C930A72-C529-4D5D-B460-A5A5375F9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92FE3B2-9E8F-4022-93E8-BAAD0D50B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5F85196A-D084-4219-B329-E5A7032CF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8174307-CBF0-4926-99C3-3072804B3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DDE618-1CD3-4BE5-8742-5D51BBF30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D73DBA2-8AAA-4F85-81B5-99B96A471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A346AE2-9E14-4CFB-8DD3-0B1633621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CD657A-2373-F9D6-6C4D-09891FE6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>
            <a:normAutofit/>
          </a:bodyPr>
          <a:lstStyle/>
          <a:p>
            <a:pPr algn="ctr"/>
            <a:r>
              <a:rPr lang="en-ZA" sz="4100" dirty="0"/>
              <a:t>Final Takeaways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61D519F1-AFAB-3683-6BB8-38519FFBF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5" y="2384474"/>
            <a:ext cx="5604997" cy="37286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Understanding domestic and international gross proportions can guide future decisions in movie production, marketing, and distribution strategies.</a:t>
            </a:r>
          </a:p>
          <a:p>
            <a:r>
              <a:rPr lang="en-US" dirty="0"/>
              <a:t>By identifying patterns in movie performance, studios can target markets better and maximize revenue potential.</a:t>
            </a:r>
            <a:endParaRPr lang="en-ZA" dirty="0"/>
          </a:p>
        </p:txBody>
      </p:sp>
      <p:pic>
        <p:nvPicPr>
          <p:cNvPr id="70" name="Graphic 69" descr="Video camera">
            <a:extLst>
              <a:ext uri="{FF2B5EF4-FFF2-40B4-BE49-F238E27FC236}">
                <a16:creationId xmlns:a16="http://schemas.microsoft.com/office/drawing/2014/main" id="{011F577A-E7B8-71C9-E34A-915EC7071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2627" y="1017640"/>
            <a:ext cx="4817466" cy="4817466"/>
          </a:xfrm>
          <a:prstGeom prst="rect">
            <a:avLst/>
          </a:prstGeom>
        </p:spPr>
      </p:pic>
      <p:grpSp>
        <p:nvGrpSpPr>
          <p:cNvPr id="121" name="Bottom Right">
            <a:extLst>
              <a:ext uri="{FF2B5EF4-FFF2-40B4-BE49-F238E27FC236}">
                <a16:creationId xmlns:a16="http://schemas.microsoft.com/office/drawing/2014/main" id="{DD2E06CA-048F-403F-AD47-B098C0A25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24E2410-B321-4174-8C27-7749F2A57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00" name="Graphic 157">
              <a:extLst>
                <a:ext uri="{FF2B5EF4-FFF2-40B4-BE49-F238E27FC236}">
                  <a16:creationId xmlns:a16="http://schemas.microsoft.com/office/drawing/2014/main" id="{EE03354E-6E8A-4926-8545-B6B873F1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BBCAC88-02AA-4773-A48A-D144EA52EE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6C51D753-137C-455D-97D4-ACCB464D93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02ABCEE4-D638-4555-AC4A-7E190462FA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F383AB0-7670-4584-8F01-4324D54BB9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4CD1567B-7D6D-497B-8CA8-14D96E0106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CF3C4A9D-7E63-4D24-B697-23D58B3160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15D2559-8BE6-439C-83F0-CE5BF53C94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A374A4F-696B-4911-BE1B-B180D09A1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2048954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279</Words>
  <Application>Microsoft Office PowerPoint</Application>
  <PresentationFormat>Widescreen</PresentationFormat>
  <Paragraphs>20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Avenir Next LT Pro</vt:lpstr>
      <vt:lpstr>AvenirNext LT Pro Medium</vt:lpstr>
      <vt:lpstr>Sagona Book</vt:lpstr>
      <vt:lpstr>Segoe UI Semilight</vt:lpstr>
      <vt:lpstr>ExploreVTI</vt:lpstr>
      <vt:lpstr>MOVIE DOMESTIC % GROSS </vt:lpstr>
      <vt:lpstr>PowerPoint Presentation</vt:lpstr>
      <vt:lpstr>PowerPoint Presentation</vt:lpstr>
      <vt:lpstr>CONCLUSION</vt:lpstr>
      <vt:lpstr>Domestic Gross Performance</vt:lpstr>
      <vt:lpstr>Insights</vt:lpstr>
      <vt:lpstr>Final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mulamba</dc:creator>
  <cp:lastModifiedBy>jonathan mulamba</cp:lastModifiedBy>
  <cp:revision>4</cp:revision>
  <dcterms:created xsi:type="dcterms:W3CDTF">2024-09-21T06:30:43Z</dcterms:created>
  <dcterms:modified xsi:type="dcterms:W3CDTF">2024-09-24T07:28:07Z</dcterms:modified>
</cp:coreProperties>
</file>